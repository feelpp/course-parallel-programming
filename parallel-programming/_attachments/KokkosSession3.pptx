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_rels/presentation.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4.xml" ContentType="application/vnd.openxmlformats-officedocument.presentationml.slideMaster+xml"/>
  <Override PartName="/ppt/slideLayouts/slideLayout1.xml" ContentType="application/vnd.openxmlformats-officedocument.presentationml.slideLayout+xml"/>
  <Override PartName="/ppt/slideLayouts/slideLayout24.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22.xml" ContentType="application/vnd.openxmlformats-officedocument.presentationml.slideLayout+xml"/>
  <Override PartName="/ppt/slideLayouts/_rels/slideLayout36.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30.xml.rels" ContentType="application/vnd.openxmlformats-package.relationships+xml"/>
  <Override PartName="/ppt/slideLayouts/_rels/slideLayout41.xml.rels" ContentType="application/vnd.openxmlformats-package.relationships+xml"/>
  <Override PartName="/ppt/slideLayouts/_rels/slideLayout10.xml.rels" ContentType="application/vnd.openxmlformats-package.relationships+xml"/>
  <Override PartName="/ppt/slideLayouts/_rels/slideLayout44.xml.rels" ContentType="application/vnd.openxmlformats-package.relationships+xml"/>
  <Override PartName="/ppt/slideLayouts/_rels/slideLayout13.xml.rels" ContentType="application/vnd.openxmlformats-package.relationships+xml"/>
  <Override PartName="/ppt/slideLayouts/_rels/slideLayout47.xml.rels" ContentType="application/vnd.openxmlformats-package.relationships+xml"/>
  <Override PartName="/ppt/slideLayouts/_rels/slideLayout16.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12.xml.rels" ContentType="application/vnd.openxmlformats-package.relationships+xml"/>
  <Override PartName="/ppt/slideLayouts/_rels/slideLayout46.xml.rels" ContentType="application/vnd.openxmlformats-package.relationships+xml"/>
  <Override PartName="/ppt/slideLayouts/_rels/slideLayout43.xml.rels" ContentType="application/vnd.openxmlformats-package.relationships+xml"/>
  <Override PartName="/ppt/slideLayouts/_rels/slideLayout48.xml.rels" ContentType="application/vnd.openxmlformats-package.relationships+xml"/>
  <Override PartName="/ppt/slideLayouts/_rels/slideLayout14.xml.rels" ContentType="application/vnd.openxmlformats-package.relationships+xml"/>
  <Override PartName="/ppt/slideLayouts/_rels/slideLayout11.xml.rels" ContentType="application/vnd.openxmlformats-package.relationships+xml"/>
  <Override PartName="/ppt/slideLayouts/_rels/slideLayout45.xml.rels" ContentType="application/vnd.openxmlformats-package.relationships+xml"/>
  <Override PartName="/ppt/slideLayouts/_rels/slideLayout9.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20.xml.rels" ContentType="application/vnd.openxmlformats-package.relationships+xml"/>
  <Override PartName="/ppt/slideLayouts/_rels/slideLayout7.xml.rels" ContentType="application/vnd.openxmlformats-package.relationships+xml"/>
  <Override PartName="/ppt/slideLayouts/_rels/slideLayout29.xml.rels" ContentType="application/vnd.openxmlformats-package.relationships+xml"/>
  <Override PartName="/ppt/slideLayouts/_rels/slideLayout42.xml.rels" ContentType="application/vnd.openxmlformats-package.relationships+xml"/>
  <Override PartName="/ppt/slideLayouts/_rels/slideLayout6.xml.rels" ContentType="application/vnd.openxmlformats-package.relationships+xml"/>
  <Override PartName="/ppt/slideLayouts/_rels/slideLayout28.xml.rels" ContentType="application/vnd.openxmlformats-package.relationships+xml"/>
  <Override PartName="/ppt/slideLayouts/_rels/slideLayout5.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19.xml.rels" ContentType="application/vnd.openxmlformats-package.relationships+xml"/>
  <Override PartName="/ppt/slideLayouts/_rels/slideLayout4.xml.rels" ContentType="application/vnd.openxmlformats-package.relationships+xml"/>
  <Override PartName="/ppt/slideLayouts/_rels/slideLayout25.xml.rels" ContentType="application/vnd.openxmlformats-package.relationships+xml"/>
  <Override PartName="/ppt/slideLayouts/_rels/slideLayout23.xml.rels" ContentType="application/vnd.openxmlformats-package.relationships+xml"/>
  <Override PartName="/ppt/slideLayouts/_rels/slideLayout17.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_rels/slideLayout3.xml.rels" ContentType="application/vnd.openxmlformats-package.relationships+xml"/>
  <Override PartName="/ppt/slideLayouts/_rels/slideLayout24.xml.rels" ContentType="application/vnd.openxmlformats-package.relationships+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23.xml" ContentType="application/vnd.openxmlformats-officedocument.presentationml.slideLayout+xml"/>
  <Override PartName="/ppt/slideLayouts/slideLayout5.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45.xml" ContentType="application/vnd.openxmlformats-officedocument.presentationml.slideLayout+xml"/>
  <Override PartName="/ppt/slideLayouts/slideLayout48.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2.xml" ContentType="application/vnd.openxmlformats-officedocument.presentationml.slideLayout+xml"/>
  <Override PartName="/ppt/slideLayouts/slideLayout46.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47.xml" ContentType="application/vnd.openxmlformats-officedocument.presentationml.slideLayout+xml"/>
  <Override PartName="/ppt/slideLayouts/slideLayout10.xml" ContentType="application/vnd.openxmlformats-officedocument.presentationml.slideLayout+xml"/>
  <Override PartName="/ppt/slideLayouts/slideLayout44.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1.xml" ContentType="application/vnd.openxmlformats-officedocument.presentationml.slideLayout+xml"/>
  <Override PartName="/ppt/slideLayouts/slideLayout37.xml" ContentType="application/vnd.openxmlformats-officedocument.presentationml.slideLayout+xml"/>
  <Override PartName="/ppt/slideLayouts/slideLayout42.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3.xml" ContentType="application/vnd.openxmlformats-officedocument.presentationml.slideLayout+xml"/>
  <Override PartName="/ppt/slideLayouts/slideLayout39.xml" ContentType="application/vnd.openxmlformats-officedocument.presentationml.slideLayout+xml"/>
  <Override PartName="/ppt/slideLayouts/slideLayout36.xml" ContentType="application/vnd.openxmlformats-officedocument.presentationml.slideLayout+xml"/>
  <Override PartName="/ppt/slides/_rels/slide22.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9.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2.xml.rels" ContentType="application/vnd.openxmlformats-package.relationships+xml"/>
  <Override PartName="/ppt/slides/_rels/slide5.xml.rels" ContentType="application/vnd.openxmlformats-package.relationships+xml"/>
  <Override PartName="/ppt/slides/_rels/slide11.xml.rels" ContentType="application/vnd.openxmlformats-package.relationships+xml"/>
  <Override PartName="/ppt/slides/_rels/slide4.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dt" idx="2"/>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6"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dt" idx="2"/>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8"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dt" idx="2"/>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dt" idx="2"/>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dt" idx="2"/>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endParaRPr b="0" lang="fr-FR"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dt" idx="2"/>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6"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7"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dt" idx="2"/>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1"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dt" idx="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4"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5"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dt" idx="2"/>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7"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8"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dt" idx="2"/>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0"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2"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3"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dt" idx="2"/>
          </p:nvPr>
        </p:nvSpPr>
        <p:spPr/>
        <p:txBody>
          <a:bodyPr/>
          <a:p>
            <a:r>
              <a:rPr lang="fr-F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5"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6"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7"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8"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39"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0"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dt" idx="2"/>
          </p:nvPr>
        </p:nvSpPr>
        <p:spPr/>
        <p:txBody>
          <a:bodyPr/>
          <a:p>
            <a:r>
              <a:rPr lang="fr-F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dt" idx="4"/>
          </p:nvPr>
        </p:nvSpPr>
        <p:spPr/>
        <p:txBody>
          <a:bodyPr/>
          <a:p>
            <a:r>
              <a:rPr lang="fr-F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dt" idx="4"/>
          </p:nvPr>
        </p:nvSpPr>
        <p:spPr/>
        <p:txBody>
          <a:bodyPr/>
          <a:p>
            <a:r>
              <a:rPr lang="fr-F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4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dt" idx="4"/>
          </p:nvPr>
        </p:nvSpPr>
        <p:spPr/>
        <p:txBody>
          <a:bodyPr/>
          <a:p>
            <a:r>
              <a:rPr lang="fr-F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51"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dt" idx="4"/>
          </p:nvPr>
        </p:nvSpPr>
        <p:spPr/>
        <p:txBody>
          <a:bodyPr/>
          <a:p>
            <a:r>
              <a:rPr lang="fr-F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dt" idx="4"/>
          </p:nvPr>
        </p:nvSpPr>
        <p:spPr/>
        <p:txBody>
          <a:bodyPr/>
          <a:p>
            <a:r>
              <a:rPr lang="fr-F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endParaRPr b="0" lang="fr-FR" sz="32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dt" idx="4"/>
          </p:nvPr>
        </p:nvSpPr>
        <p:spPr/>
        <p:txBody>
          <a:bodyPr/>
          <a:p>
            <a:r>
              <a:rPr lang="fr-F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5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dt" idx="4"/>
          </p:nvPr>
        </p:nvSpPr>
        <p:spPr/>
        <p:txBody>
          <a:bodyPr/>
          <a:p>
            <a:r>
              <a:rPr lang="fr-F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6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dt" idx="4"/>
          </p:nvPr>
        </p:nvSpPr>
        <p:spPr/>
        <p:txBody>
          <a:bodyPr/>
          <a:p>
            <a:r>
              <a:rPr lang="fr-F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6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6"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dt" idx="4"/>
          </p:nvPr>
        </p:nvSpPr>
        <p:spPr/>
        <p:txBody>
          <a:bodyPr/>
          <a:p>
            <a:r>
              <a:rPr lang="fr-F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68"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9"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dt" idx="4"/>
          </p:nvPr>
        </p:nvSpPr>
        <p:spPr/>
        <p:txBody>
          <a:bodyPr/>
          <a:p>
            <a:r>
              <a:rPr lang="fr-F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7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3"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4"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dt" idx="4"/>
          </p:nvPr>
        </p:nvSpPr>
        <p:spPr/>
        <p:txBody>
          <a:bodyPr/>
          <a:p>
            <a:r>
              <a:rPr lang="fr-F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76"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7"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8"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9"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80"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81"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dt" idx="4"/>
          </p:nvPr>
        </p:nvSpPr>
        <p:spPr/>
        <p:txBody>
          <a:bodyPr/>
          <a:p>
            <a:r>
              <a:rPr lang="fr-F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85"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87"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8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endParaRPr b="0" lang="fr-FR"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9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5"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98"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9"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00"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02"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0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04"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06"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07"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0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2"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14"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5"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6"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7"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8"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19"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dt" idx="6"/>
          </p:nvPr>
        </p:nvSpPr>
        <p:spPr/>
        <p:txBody>
          <a:bodyPr/>
          <a:p>
            <a:r>
              <a:rPr lang="fr-FR"/>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27"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dt" idx="6"/>
          </p:nvPr>
        </p:nvSpPr>
        <p:spPr/>
        <p:txBody>
          <a:bodyPr/>
          <a:p>
            <a:r>
              <a:rPr lang="fr-FR"/>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2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dt" idx="6"/>
          </p:nvPr>
        </p:nvSpPr>
        <p:spPr/>
        <p:txBody>
          <a:bodyPr/>
          <a:p>
            <a:r>
              <a:rPr lang="fr-FR"/>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31"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3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dt" idx="6"/>
          </p:nvPr>
        </p:nvSpPr>
        <p:spPr/>
        <p:txBody>
          <a:bodyPr/>
          <a:p>
            <a:r>
              <a:rPr lang="fr-FR"/>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dt" idx="6"/>
          </p:nvPr>
        </p:nvSpPr>
        <p:spPr/>
        <p:txBody>
          <a:bodyPr/>
          <a:p>
            <a:r>
              <a:rPr lang="fr-FR"/>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4" name="PlaceHolder 1"/>
          <p:cNvSpPr>
            <a:spLocks noGrp="1"/>
          </p:cNvSpPr>
          <p:nvPr>
            <p:ph type="subTitle"/>
          </p:nvPr>
        </p:nvSpPr>
        <p:spPr>
          <a:xfrm>
            <a:off x="504000" y="226080"/>
            <a:ext cx="9072000" cy="4388400"/>
          </a:xfrm>
          <a:prstGeom prst="rect">
            <a:avLst/>
          </a:prstGeom>
          <a:noFill/>
          <a:ln w="0">
            <a:noFill/>
          </a:ln>
        </p:spPr>
        <p:txBody>
          <a:bodyPr lIns="0" rIns="0" tIns="0" bIns="0" anchor="ctr">
            <a:noAutofit/>
          </a:bodyPr>
          <a:p>
            <a:pPr algn="ctr"/>
            <a:endParaRPr b="0" lang="fr-FR" sz="32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dt" idx="6"/>
          </p:nvPr>
        </p:nvSpPr>
        <p:spPr/>
        <p:txBody>
          <a:bodyPr/>
          <a:p>
            <a:r>
              <a:rPr lang="fr-FR"/>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36"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37"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38"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dt" idx="6"/>
          </p:nvPr>
        </p:nvSpPr>
        <p:spPr/>
        <p:txBody>
          <a:bodyPr/>
          <a:p>
            <a:r>
              <a:rPr lang="fr-FR"/>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4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4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42"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dt" idx="6"/>
          </p:nvPr>
        </p:nvSpPr>
        <p:spPr/>
        <p:txBody>
          <a:bodyPr/>
          <a:p>
            <a:r>
              <a:rPr lang="fr-FR"/>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4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4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46"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dt" idx="6"/>
          </p:nvPr>
        </p:nvSpPr>
        <p:spPr/>
        <p:txBody>
          <a:bodyPr/>
          <a:p>
            <a:r>
              <a:rPr lang="fr-FR"/>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48"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49"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dt" idx="6"/>
          </p:nvPr>
        </p:nvSpPr>
        <p:spPr/>
        <p:txBody>
          <a:bodyPr/>
          <a:p>
            <a:r>
              <a:rPr lang="fr-FR"/>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3"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4"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dt" idx="6"/>
          </p:nvPr>
        </p:nvSpPr>
        <p:spPr/>
        <p:txBody>
          <a:bodyPr/>
          <a:p>
            <a:r>
              <a:rPr lang="fr-FR"/>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6" name="PlaceHolder 2"/>
          <p:cNvSpPr>
            <a:spLocks noGrp="1"/>
          </p:cNvSpPr>
          <p:nvPr>
            <p:ph/>
          </p:nvPr>
        </p:nvSpPr>
        <p:spPr>
          <a:xfrm>
            <a:off x="50400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7" name="PlaceHolder 3"/>
          <p:cNvSpPr>
            <a:spLocks noGrp="1"/>
          </p:cNvSpPr>
          <p:nvPr>
            <p:ph/>
          </p:nvPr>
        </p:nvSpPr>
        <p:spPr>
          <a:xfrm>
            <a:off x="357156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8" name="PlaceHolder 4"/>
          <p:cNvSpPr>
            <a:spLocks noGrp="1"/>
          </p:cNvSpPr>
          <p:nvPr>
            <p:ph/>
          </p:nvPr>
        </p:nvSpPr>
        <p:spPr>
          <a:xfrm>
            <a:off x="6639120" y="132660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59" name="PlaceHolder 5"/>
          <p:cNvSpPr>
            <a:spLocks noGrp="1"/>
          </p:cNvSpPr>
          <p:nvPr>
            <p:ph/>
          </p:nvPr>
        </p:nvSpPr>
        <p:spPr>
          <a:xfrm>
            <a:off x="50400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60" name="PlaceHolder 6"/>
          <p:cNvSpPr>
            <a:spLocks noGrp="1"/>
          </p:cNvSpPr>
          <p:nvPr>
            <p:ph/>
          </p:nvPr>
        </p:nvSpPr>
        <p:spPr>
          <a:xfrm>
            <a:off x="357156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161" name="PlaceHolder 7"/>
          <p:cNvSpPr>
            <a:spLocks noGrp="1"/>
          </p:cNvSpPr>
          <p:nvPr>
            <p:ph/>
          </p:nvPr>
        </p:nvSpPr>
        <p:spPr>
          <a:xfrm>
            <a:off x="6639120" y="3044520"/>
            <a:ext cx="2921040" cy="156852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dt" idx="6"/>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5400000"/>
            <a:ext cx="10066320" cy="256320"/>
          </a:xfrm>
          <a:prstGeom prst="rect">
            <a:avLst/>
          </a:prstGeom>
          <a:solidFill>
            <a:srgbClr val="2c3e50"/>
          </a:solidFill>
          <a:ln w="1080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1" name="PlaceHolder 1"/>
          <p:cNvSpPr>
            <a:spLocks noGrp="1"/>
          </p:cNvSpPr>
          <p:nvPr>
            <p:ph type="ftr" idx="1"/>
          </p:nvPr>
        </p:nvSpPr>
        <p:spPr>
          <a:xfrm>
            <a:off x="3420000" y="5400000"/>
            <a:ext cx="3226320" cy="256320"/>
          </a:xfrm>
          <a:prstGeom prst="rect">
            <a:avLst/>
          </a:prstGeom>
          <a:noFill/>
          <a:ln w="72000">
            <a:noFill/>
          </a:ln>
        </p:spPr>
        <p:txBody>
          <a:bodyPr lIns="0" rIns="0" tIns="0" bIns="0" anchor="t">
            <a:noAutofit/>
          </a:bodyPr>
          <a:lstStyle>
            <a:lvl1pPr indent="0" algn="ctr">
              <a:lnSpc>
                <a:spcPct val="100000"/>
              </a:lnSpc>
              <a:buNone/>
              <a:tabLst>
                <a:tab algn="l" pos="0"/>
              </a:tabLst>
              <a:defRPr b="1" lang="fr-FR" sz="1800" spc="-1" strike="noStrike">
                <a:solidFill>
                  <a:srgbClr val="ffffff"/>
                </a:solidFill>
                <a:latin typeface="Source Sans Pro Black"/>
              </a:defRPr>
            </a:lvl1pPr>
          </a:lstStyle>
          <a:p>
            <a:pPr indent="0" algn="ctr">
              <a:lnSpc>
                <a:spcPct val="100000"/>
              </a:lnSpc>
              <a:buNone/>
              <a:tabLst>
                <a:tab algn="l" pos="0"/>
              </a:tabLst>
            </a:pPr>
            <a:r>
              <a:rPr b="1" lang="fr-FR" sz="1800" spc="-1" strike="noStrike">
                <a:solidFill>
                  <a:srgbClr val="ffffff"/>
                </a:solidFill>
                <a:latin typeface="Source Sans Pro Black"/>
              </a:rPr>
              <a:t>&lt;footer&gt;</a:t>
            </a:r>
            <a:endParaRPr b="0" lang="fr-FR" sz="1800" spc="-1" strike="noStrike">
              <a:solidFill>
                <a:srgbClr val="000000"/>
              </a:solidFill>
              <a:latin typeface="Times New Roman"/>
            </a:endParaRPr>
          </a:p>
        </p:txBody>
      </p:sp>
      <p:sp>
        <p:nvSpPr>
          <p:cNvPr id="2" name="PlaceHolder 2"/>
          <p:cNvSpPr>
            <a:spLocks noGrp="1"/>
          </p:cNvSpPr>
          <p:nvPr>
            <p:ph type="dt" idx="2"/>
          </p:nvPr>
        </p:nvSpPr>
        <p:spPr>
          <a:xfrm>
            <a:off x="360000" y="5400000"/>
            <a:ext cx="2866320" cy="256320"/>
          </a:xfrm>
          <a:prstGeom prst="rect">
            <a:avLst/>
          </a:prstGeom>
          <a:noFill/>
          <a:ln w="7200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&lt;date/time&gt;</a:t>
            </a:r>
            <a:endParaRPr b="0" lang="fr-FR" sz="1400" spc="-1" strike="noStrike">
              <a:solidFill>
                <a:srgbClr val="000000"/>
              </a:solidFill>
              <a:latin typeface="Times New Roman"/>
            </a:endParaRPr>
          </a:p>
        </p:txBody>
      </p:sp>
      <p:sp>
        <p:nvSpPr>
          <p:cNvPr id="3" name="PlaceHolder 3"/>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4" name="PlaceHolder 4"/>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Click to edit the outline text format</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Third Outline Level</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Fourth Outline Level</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
          <p:cNvSpPr/>
          <p:nvPr/>
        </p:nvSpPr>
        <p:spPr>
          <a:xfrm>
            <a:off x="0" y="5400000"/>
            <a:ext cx="10065240" cy="255240"/>
          </a:xfrm>
          <a:prstGeom prst="rect">
            <a:avLst/>
          </a:prstGeom>
          <a:solidFill>
            <a:srgbClr val="2c3e50"/>
          </a:solidFill>
          <a:ln w="1080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a typeface="DejaVu Sans"/>
            </a:endParaRPr>
          </a:p>
        </p:txBody>
      </p:sp>
      <p:sp>
        <p:nvSpPr>
          <p:cNvPr id="42" name="PlaceHolder 1"/>
          <p:cNvSpPr>
            <a:spLocks noGrp="1"/>
          </p:cNvSpPr>
          <p:nvPr>
            <p:ph type="ftr" idx="3"/>
          </p:nvPr>
        </p:nvSpPr>
        <p:spPr>
          <a:xfrm>
            <a:off x="3420000" y="5400000"/>
            <a:ext cx="3225240" cy="255240"/>
          </a:xfrm>
          <a:prstGeom prst="rect">
            <a:avLst/>
          </a:prstGeom>
          <a:noFill/>
          <a:ln w="72000">
            <a:noFill/>
          </a:ln>
        </p:spPr>
        <p:txBody>
          <a:bodyPr lIns="0" rIns="0" tIns="0" bIns="0" anchor="t">
            <a:noAutofit/>
          </a:bodyPr>
          <a:lstStyle>
            <a:lvl1pPr indent="0" algn="ctr">
              <a:lnSpc>
                <a:spcPct val="100000"/>
              </a:lnSpc>
              <a:buNone/>
              <a:tabLst>
                <a:tab algn="l" pos="0"/>
              </a:tabLst>
              <a:defRPr b="1" lang="fr-FR" sz="1800" spc="-1" strike="noStrike">
                <a:solidFill>
                  <a:srgbClr val="ffffff"/>
                </a:solidFill>
                <a:latin typeface="Source Sans Pro Black"/>
              </a:defRPr>
            </a:lvl1pPr>
          </a:lstStyle>
          <a:p>
            <a:pPr indent="0" algn="ctr">
              <a:lnSpc>
                <a:spcPct val="100000"/>
              </a:lnSpc>
              <a:buNone/>
              <a:tabLst>
                <a:tab algn="l" pos="0"/>
              </a:tabLst>
            </a:pPr>
            <a:r>
              <a:rPr b="1" lang="fr-FR" sz="1800" spc="-1" strike="noStrike">
                <a:solidFill>
                  <a:srgbClr val="ffffff"/>
                </a:solidFill>
                <a:latin typeface="Source Sans Pro Black"/>
              </a:rPr>
              <a:t>&lt;footer&gt;</a:t>
            </a:r>
            <a:endParaRPr b="0" lang="fr-FR" sz="1800" spc="-1" strike="noStrike">
              <a:solidFill>
                <a:srgbClr val="000000"/>
              </a:solidFill>
              <a:latin typeface="Times New Roman"/>
            </a:endParaRPr>
          </a:p>
        </p:txBody>
      </p:sp>
      <p:sp>
        <p:nvSpPr>
          <p:cNvPr id="43" name="PlaceHolder 2"/>
          <p:cNvSpPr>
            <a:spLocks noGrp="1"/>
          </p:cNvSpPr>
          <p:nvPr>
            <p:ph type="dt" idx="4"/>
          </p:nvPr>
        </p:nvSpPr>
        <p:spPr>
          <a:xfrm>
            <a:off x="360000" y="5400000"/>
            <a:ext cx="2865240" cy="255240"/>
          </a:xfrm>
          <a:prstGeom prst="rect">
            <a:avLst/>
          </a:prstGeom>
          <a:noFill/>
          <a:ln w="7200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&lt;date/time&gt;</a:t>
            </a:r>
            <a:endParaRPr b="0" lang="fr-FR" sz="1400" spc="-1" strike="noStrike">
              <a:solidFill>
                <a:srgbClr val="000000"/>
              </a:solidFill>
              <a:latin typeface="Times New Roman"/>
            </a:endParaRPr>
          </a:p>
        </p:txBody>
      </p:sp>
      <p:sp>
        <p:nvSpPr>
          <p:cNvPr id="44" name="PlaceHolder 3"/>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45" name="PlaceHolder 4"/>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Click to edit the outline text format</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Third Outline Level</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Fourth Outline Level</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83"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Click to edit the outline text format</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Third Outline Level</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Fourth Outline Level</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p:nvPr/>
        </p:nvSpPr>
        <p:spPr>
          <a:xfrm>
            <a:off x="0" y="5400000"/>
            <a:ext cx="10073520" cy="263520"/>
          </a:xfrm>
          <a:prstGeom prst="rect">
            <a:avLst/>
          </a:prstGeom>
          <a:solidFill>
            <a:srgbClr val="2c3e50"/>
          </a:solidFill>
          <a:ln w="1080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1" name=""/>
          <p:cNvSpPr/>
          <p:nvPr/>
        </p:nvSpPr>
        <p:spPr>
          <a:xfrm>
            <a:off x="0" y="0"/>
            <a:ext cx="10073520" cy="1208520"/>
          </a:xfrm>
          <a:prstGeom prst="rect">
            <a:avLst/>
          </a:prstGeom>
          <a:solidFill>
            <a:srgbClr val="2c3e50"/>
          </a:solidFill>
          <a:ln w="10800">
            <a:noFill/>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2" name="PlaceHolder 1"/>
          <p:cNvSpPr>
            <a:spLocks noGrp="1"/>
          </p:cNvSpPr>
          <p:nvPr>
            <p:ph type="ftr" idx="5"/>
          </p:nvPr>
        </p:nvSpPr>
        <p:spPr>
          <a:xfrm>
            <a:off x="3420000" y="5400000"/>
            <a:ext cx="3233520" cy="263520"/>
          </a:xfrm>
          <a:prstGeom prst="rect">
            <a:avLst/>
          </a:prstGeom>
          <a:noFill/>
          <a:ln w="72000">
            <a:noFill/>
          </a:ln>
        </p:spPr>
        <p:txBody>
          <a:bodyPr lIns="0" rIns="0" tIns="0" bIns="0" anchor="t">
            <a:noAutofit/>
          </a:bodyPr>
          <a:lstStyle>
            <a:lvl1pPr indent="0" algn="ctr">
              <a:lnSpc>
                <a:spcPct val="100000"/>
              </a:lnSpc>
              <a:buNone/>
              <a:tabLst>
                <a:tab algn="l" pos="0"/>
              </a:tabLst>
              <a:defRPr b="1" lang="fr-FR" sz="1800" spc="-1" strike="noStrike">
                <a:solidFill>
                  <a:srgbClr val="ffffff"/>
                </a:solidFill>
                <a:latin typeface="Source Sans Pro Black"/>
              </a:defRPr>
            </a:lvl1pPr>
          </a:lstStyle>
          <a:p>
            <a:pPr indent="0" algn="ctr">
              <a:lnSpc>
                <a:spcPct val="100000"/>
              </a:lnSpc>
              <a:buNone/>
              <a:tabLst>
                <a:tab algn="l" pos="0"/>
              </a:tabLst>
            </a:pPr>
            <a:r>
              <a:rPr b="1" lang="fr-FR" sz="1800" spc="-1" strike="noStrike">
                <a:solidFill>
                  <a:srgbClr val="ffffff"/>
                </a:solidFill>
                <a:latin typeface="Source Sans Pro Black"/>
              </a:rPr>
              <a:t>&lt;footer&gt;</a:t>
            </a:r>
            <a:endParaRPr b="0" lang="fr-FR" sz="1800" spc="-1" strike="noStrike">
              <a:solidFill>
                <a:srgbClr val="000000"/>
              </a:solidFill>
              <a:latin typeface="Times New Roman"/>
            </a:endParaRPr>
          </a:p>
        </p:txBody>
      </p:sp>
      <p:sp>
        <p:nvSpPr>
          <p:cNvPr id="123" name="PlaceHolder 2"/>
          <p:cNvSpPr>
            <a:spLocks noGrp="1"/>
          </p:cNvSpPr>
          <p:nvPr>
            <p:ph type="dt" idx="6"/>
          </p:nvPr>
        </p:nvSpPr>
        <p:spPr>
          <a:xfrm>
            <a:off x="360000" y="5400000"/>
            <a:ext cx="2873520" cy="263520"/>
          </a:xfrm>
          <a:prstGeom prst="rect">
            <a:avLst/>
          </a:prstGeom>
          <a:noFill/>
          <a:ln w="72000">
            <a:noFill/>
          </a:ln>
        </p:spPr>
        <p:txBody>
          <a:bodyPr lIns="0" rIns="0" tIns="0" bIns="0" anchor="t">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&lt;date/time&gt;</a:t>
            </a:r>
            <a:endParaRPr b="0" lang="fr-FR" sz="1400" spc="-1" strike="noStrike">
              <a:solidFill>
                <a:srgbClr val="000000"/>
              </a:solidFill>
              <a:latin typeface="Times New Roman"/>
            </a:endParaRPr>
          </a:p>
        </p:txBody>
      </p:sp>
      <p:sp>
        <p:nvSpPr>
          <p:cNvPr id="124" name="PlaceHolder 3"/>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125" name="PlaceHolder 4"/>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Click to edit the outline text format</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Third Outline Level</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Fourth Outline Level</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7.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 descr=""/>
          <p:cNvPicPr/>
          <p:nvPr/>
        </p:nvPicPr>
        <p:blipFill>
          <a:blip r:embed="rId1"/>
          <a:stretch/>
        </p:blipFill>
        <p:spPr>
          <a:xfrm>
            <a:off x="0" y="0"/>
            <a:ext cx="10153080" cy="4313520"/>
          </a:xfrm>
          <a:prstGeom prst="rect">
            <a:avLst/>
          </a:prstGeom>
          <a:ln w="10800">
            <a:noFill/>
          </a:ln>
        </p:spPr>
      </p:pic>
      <p:sp>
        <p:nvSpPr>
          <p:cNvPr id="163" name=""/>
          <p:cNvSpPr/>
          <p:nvPr/>
        </p:nvSpPr>
        <p:spPr>
          <a:xfrm>
            <a:off x="714600" y="4392000"/>
            <a:ext cx="9353520" cy="713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700" spc="-1" strike="noStrike">
                <a:solidFill>
                  <a:srgbClr val="ff0000"/>
                </a:solidFill>
                <a:latin typeface="Source Sans Pro Black"/>
                <a:ea typeface="DejaVu Sans"/>
              </a:rPr>
              <a:t>P</a:t>
            </a:r>
            <a:r>
              <a:rPr b="1" lang="en-US" sz="2700" spc="-1" strike="noStrike">
                <a:solidFill>
                  <a:srgbClr val="000000"/>
                </a:solidFill>
                <a:latin typeface="Source Sans Pro Black"/>
                <a:ea typeface="DejaVu Sans"/>
              </a:rPr>
              <a:t>ARALLEL </a:t>
            </a:r>
            <a:r>
              <a:rPr b="1" lang="en-US" sz="2700" spc="-1" strike="noStrike">
                <a:solidFill>
                  <a:srgbClr val="ff0000"/>
                </a:solidFill>
                <a:latin typeface="Source Sans Pro Black"/>
                <a:ea typeface="DejaVu Sans"/>
              </a:rPr>
              <a:t>P</a:t>
            </a:r>
            <a:r>
              <a:rPr b="1" lang="en-US" sz="2700" spc="-1" strike="noStrike">
                <a:solidFill>
                  <a:srgbClr val="000000"/>
                </a:solidFill>
                <a:latin typeface="Source Sans Pro Black"/>
                <a:ea typeface="DejaVu Sans"/>
              </a:rPr>
              <a:t>ROGRAMMING... </a:t>
            </a:r>
            <a:endParaRPr b="0" lang="en-US" sz="2700" spc="-1" strike="noStrike">
              <a:solidFill>
                <a:srgbClr val="000000"/>
              </a:solidFill>
              <a:latin typeface="Arial"/>
            </a:endParaRPr>
          </a:p>
        </p:txBody>
      </p:sp>
      <p:sp>
        <p:nvSpPr>
          <p:cNvPr id="164" name=""/>
          <p:cNvSpPr/>
          <p:nvPr/>
        </p:nvSpPr>
        <p:spPr>
          <a:xfrm>
            <a:off x="3240000" y="5055120"/>
            <a:ext cx="3446640" cy="268200"/>
          </a:xfrm>
          <a:custGeom>
            <a:avLst/>
            <a:gdLst>
              <a:gd name="textAreaLeft" fmla="*/ 0 w 3446640"/>
              <a:gd name="textAreaRight" fmla="*/ 3447000 w 3446640"/>
              <a:gd name="textAreaTop" fmla="*/ 0 h 268200"/>
              <a:gd name="textAreaBottom" fmla="*/ 268560 h 268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90000" rIns="90000" tIns="45000" bIns="45000" anchor="t">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200" spc="-1" strike="noStrike">
                <a:solidFill>
                  <a:srgbClr val="000000"/>
                </a:solidFill>
                <a:latin typeface="Arial"/>
                <a:ea typeface="源ノ角ゴシック Normal"/>
              </a:rPr>
              <a:t>By Patrick Lemoine 2025.</a:t>
            </a:r>
            <a:endParaRPr b="0" lang="en-US" sz="1200" spc="-1" strike="noStrike">
              <a:solidFill>
                <a:srgbClr val="000000"/>
              </a:solidFill>
              <a:latin typeface="Arial"/>
            </a:endParaRPr>
          </a:p>
        </p:txBody>
      </p:sp>
      <p:sp>
        <p:nvSpPr>
          <p:cNvPr id="165" name=""/>
          <p:cNvSpPr txBox="1"/>
          <p:nvPr/>
        </p:nvSpPr>
        <p:spPr>
          <a:xfrm>
            <a:off x="8718120" y="4820400"/>
            <a:ext cx="1278000" cy="471600"/>
          </a:xfrm>
          <a:prstGeom prst="rect">
            <a:avLst/>
          </a:prstGeom>
          <a:noFill/>
          <a:ln w="0">
            <a:noFill/>
          </a:ln>
        </p:spPr>
        <p:txBody>
          <a:bodyPr lIns="90000" rIns="90000" tIns="45000" bIns="45000" anchor="t">
            <a:noAutofit/>
          </a:bodyPr>
          <a:p>
            <a:r>
              <a:rPr b="0" i="1" lang="en-US" sz="2700" spc="-1" strike="noStrike">
                <a:solidFill>
                  <a:srgbClr val="000000"/>
                </a:solidFill>
                <a:latin typeface="Times New Roman"/>
                <a:ea typeface="DejaVu Sans"/>
              </a:rPr>
              <a:t>Kokkos </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 descr=""/>
          <p:cNvPicPr/>
          <p:nvPr/>
        </p:nvPicPr>
        <p:blipFill>
          <a:blip r:embed="rId1"/>
          <a:stretch/>
        </p:blipFill>
        <p:spPr>
          <a:xfrm>
            <a:off x="3420000" y="108000"/>
            <a:ext cx="3269160" cy="1244520"/>
          </a:xfrm>
          <a:prstGeom prst="rect">
            <a:avLst/>
          </a:prstGeom>
          <a:ln w="0">
            <a:noFill/>
          </a:ln>
        </p:spPr>
      </p:pic>
      <p:sp>
        <p:nvSpPr>
          <p:cNvPr id="167" name="PlaceHolder 1"/>
          <p:cNvSpPr>
            <a:spLocks noGrp="1"/>
          </p:cNvSpPr>
          <p:nvPr>
            <p:ph/>
          </p:nvPr>
        </p:nvSpPr>
        <p:spPr>
          <a:xfrm>
            <a:off x="2556000" y="1487160"/>
            <a:ext cx="7007040" cy="3739680"/>
          </a:xfrm>
          <a:prstGeom prst="rect">
            <a:avLst/>
          </a:prstGeom>
          <a:noFill/>
          <a:ln w="0">
            <a:noFill/>
          </a:ln>
        </p:spPr>
        <p:txBody>
          <a:bodyPr lIns="0" rIns="0" tIns="0" bIns="0" anchor="t">
            <a:normAutofit/>
          </a:bodyPr>
          <a:p>
            <a:pPr indent="0">
              <a:lnSpc>
                <a:spcPct val="100000"/>
              </a:lnSpc>
              <a:spcAft>
                <a:spcPts val="1057"/>
              </a:spcAft>
              <a:buNone/>
              <a:tabLst>
                <a:tab algn="l" pos="0"/>
              </a:tabLst>
            </a:pPr>
            <a:r>
              <a:rPr b="1" lang="en-US" sz="1600" spc="-1" strike="noStrike">
                <a:solidFill>
                  <a:srgbClr val="c9211e"/>
                </a:solidFill>
                <a:latin typeface="Times New Roman"/>
              </a:rPr>
              <a:t>K</a:t>
            </a:r>
            <a:r>
              <a:rPr b="1" lang="en-US" sz="1600" spc="-1" strike="noStrike">
                <a:solidFill>
                  <a:srgbClr val="000000"/>
                </a:solidFill>
                <a:latin typeface="Times New Roman"/>
              </a:rPr>
              <a:t>okkos?</a:t>
            </a:r>
            <a:endParaRPr b="0" lang="en-US" sz="1600" spc="-1" strike="noStrike">
              <a:solidFill>
                <a:srgbClr val="000000"/>
              </a:solidFill>
              <a:latin typeface="Arial"/>
            </a:endParaRPr>
          </a:p>
          <a:p>
            <a:pPr indent="0">
              <a:lnSpc>
                <a:spcPct val="100000"/>
              </a:lnSpc>
              <a:spcAft>
                <a:spcPts val="1057"/>
              </a:spcAft>
              <a:buNone/>
              <a:tabLst>
                <a:tab algn="l" pos="0"/>
              </a:tabLst>
            </a:pPr>
            <a:r>
              <a:rPr b="1" lang="en-US" sz="1600" spc="-1" strike="noStrike">
                <a:solidFill>
                  <a:srgbClr val="c9211e"/>
                </a:solidFill>
                <a:latin typeface="Times New Roman"/>
              </a:rPr>
              <a:t>B</a:t>
            </a:r>
            <a:r>
              <a:rPr b="1" lang="en-US" sz="1600" spc="-1" strike="noStrike">
                <a:solidFill>
                  <a:srgbClr val="000000"/>
                </a:solidFill>
                <a:latin typeface="Times New Roman"/>
              </a:rPr>
              <a:t>asic Concepts</a:t>
            </a:r>
            <a:endParaRPr b="0" lang="en-US" sz="1600" spc="-1" strike="noStrike">
              <a:solidFill>
                <a:srgbClr val="000000"/>
              </a:solidFill>
              <a:latin typeface="Arial"/>
            </a:endParaRPr>
          </a:p>
          <a:p>
            <a:pPr marL="360000" indent="-324000">
              <a:lnSpc>
                <a:spcPct val="100000"/>
              </a:lnSpc>
              <a:buClr>
                <a:srgbClr val="000000"/>
              </a:buClr>
              <a:buSzPct val="45000"/>
              <a:buFont typeface="Wingdings" charset="2"/>
              <a:buChar char=""/>
              <a:tabLst>
                <a:tab algn="l" pos="0"/>
              </a:tabLst>
            </a:pPr>
            <a:r>
              <a:rPr b="0" lang="en-US" sz="1600" spc="-1" strike="noStrike">
                <a:solidFill>
                  <a:srgbClr val="808080"/>
                </a:solidFill>
                <a:latin typeface="Times New Roman"/>
              </a:rPr>
              <a:t>Views,</a:t>
            </a:r>
            <a:endParaRPr b="0" lang="en-US" sz="1600" spc="-1" strike="noStrike">
              <a:solidFill>
                <a:srgbClr val="000000"/>
              </a:solidFill>
              <a:latin typeface="Arial"/>
            </a:endParaRPr>
          </a:p>
          <a:p>
            <a:pPr marL="360000" indent="-324000">
              <a:lnSpc>
                <a:spcPct val="100000"/>
              </a:lnSpc>
              <a:buClr>
                <a:srgbClr val="000000"/>
              </a:buClr>
              <a:buSzPct val="45000"/>
              <a:buFont typeface="Wingdings" charset="2"/>
              <a:buChar char=""/>
              <a:tabLst>
                <a:tab algn="l" pos="0"/>
              </a:tabLst>
            </a:pPr>
            <a:r>
              <a:rPr b="0" lang="en-US" sz="1600" spc="-1" strike="noStrike">
                <a:solidFill>
                  <a:srgbClr val="808080"/>
                </a:solidFill>
                <a:latin typeface="Times New Roman"/>
              </a:rPr>
              <a:t>Memory spaces,</a:t>
            </a:r>
            <a:endParaRPr b="0" lang="en-US" sz="1600" spc="-1" strike="noStrike">
              <a:solidFill>
                <a:srgbClr val="000000"/>
              </a:solidFill>
              <a:latin typeface="Arial"/>
            </a:endParaRPr>
          </a:p>
          <a:p>
            <a:pPr marL="360000" indent="-324000">
              <a:lnSpc>
                <a:spcPct val="100000"/>
              </a:lnSpc>
              <a:buClr>
                <a:srgbClr val="000000"/>
              </a:buClr>
              <a:buSzPct val="45000"/>
              <a:buFont typeface="Wingdings" charset="2"/>
              <a:buChar char=""/>
              <a:tabLst>
                <a:tab algn="l" pos="0"/>
              </a:tabLst>
            </a:pPr>
            <a:r>
              <a:rPr b="0" lang="en-US" sz="1600" spc="-1" strike="noStrike">
                <a:solidFill>
                  <a:srgbClr val="808080"/>
                </a:solidFill>
                <a:latin typeface="Times New Roman"/>
              </a:rPr>
              <a:t>Memory access patterns,</a:t>
            </a:r>
            <a:endParaRPr b="0" lang="en-US" sz="1600" spc="-1" strike="noStrike">
              <a:solidFill>
                <a:srgbClr val="000000"/>
              </a:solidFill>
              <a:latin typeface="Arial"/>
            </a:endParaRPr>
          </a:p>
          <a:p>
            <a:pPr marL="360000" indent="-324000">
              <a:lnSpc>
                <a:spcPct val="100000"/>
              </a:lnSpc>
              <a:buClr>
                <a:srgbClr val="000000"/>
              </a:buClr>
              <a:buSzPct val="45000"/>
              <a:buFont typeface="Wingdings" charset="2"/>
              <a:buChar char=""/>
              <a:tabLst>
                <a:tab algn="l" pos="0"/>
              </a:tabLst>
            </a:pPr>
            <a:r>
              <a:rPr b="0" lang="en-US" sz="1600" spc="-1" strike="noStrike">
                <a:solidFill>
                  <a:srgbClr val="808080"/>
                </a:solidFill>
                <a:latin typeface="Times New Roman"/>
              </a:rPr>
              <a:t>Mirrors</a:t>
            </a:r>
            <a:endParaRPr b="0" lang="en-US" sz="1600" spc="-1" strike="noStrike">
              <a:solidFill>
                <a:srgbClr val="000000"/>
              </a:solidFill>
              <a:latin typeface="Arial"/>
            </a:endParaRPr>
          </a:p>
          <a:p>
            <a:pPr marL="360000" indent="0">
              <a:lnSpc>
                <a:spcPct val="100000"/>
              </a:lnSpc>
              <a:buNone/>
              <a:tabLst>
                <a:tab algn="l" pos="0"/>
              </a:tabLst>
            </a:pPr>
            <a:endParaRPr b="0" lang="en-US" sz="1600" spc="-1" strike="noStrike">
              <a:solidFill>
                <a:srgbClr val="000000"/>
              </a:solidFill>
              <a:latin typeface="Arial"/>
            </a:endParaRPr>
          </a:p>
          <a:p>
            <a:pPr marL="360000" indent="0">
              <a:lnSpc>
                <a:spcPct val="100000"/>
              </a:lnSpc>
              <a:spcAft>
                <a:spcPts val="1057"/>
              </a:spcAft>
              <a:buNone/>
              <a:tabLst>
                <a:tab algn="l" pos="0"/>
              </a:tabLst>
            </a:pPr>
            <a:r>
              <a:rPr b="1" lang="en-US" sz="1600" spc="-1" strike="noStrike">
                <a:solidFill>
                  <a:srgbClr val="c9211e"/>
                </a:solidFill>
                <a:latin typeface="Times New Roman"/>
                <a:ea typeface="Songti SC"/>
              </a:rPr>
              <a:t>A</a:t>
            </a:r>
            <a:r>
              <a:rPr b="1" lang="en-US" sz="1600" spc="-1" strike="noStrike">
                <a:solidFill>
                  <a:srgbClr val="000000"/>
                </a:solidFill>
                <a:latin typeface="Times New Roman"/>
                <a:ea typeface="Songti SC"/>
              </a:rPr>
              <a:t>dvanced </a:t>
            </a:r>
            <a:r>
              <a:rPr b="1" lang="en-US" sz="1600" spc="-1" strike="noStrike">
                <a:solidFill>
                  <a:srgbClr val="c9211e"/>
                </a:solidFill>
                <a:latin typeface="Times New Roman"/>
                <a:ea typeface="Songti SC"/>
              </a:rPr>
              <a:t>C</a:t>
            </a:r>
            <a:r>
              <a:rPr b="1" lang="en-US" sz="1600" spc="-1" strike="noStrike">
                <a:solidFill>
                  <a:srgbClr val="000000"/>
                </a:solidFill>
                <a:latin typeface="Times New Roman"/>
                <a:ea typeface="Songti SC"/>
              </a:rPr>
              <a:t>oncepts </a:t>
            </a:r>
            <a:endParaRPr b="0" lang="en-US" sz="16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808080"/>
                </a:solidFill>
                <a:latin typeface="Times New Roman"/>
                <a:ea typeface="Songti SC"/>
              </a:rPr>
              <a:t>Asynchronicity, Streams and Task Parallelism</a:t>
            </a:r>
            <a:endParaRPr b="0" lang="en-US" sz="13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808080"/>
                </a:solidFill>
                <a:latin typeface="Times New Roman"/>
                <a:ea typeface="Songti SC"/>
              </a:rPr>
              <a:t>Multi-level hierarchical parallelism</a:t>
            </a:r>
            <a:endParaRPr b="0" lang="en-US" sz="13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808080"/>
                </a:solidFill>
                <a:latin typeface="Times New Roman"/>
                <a:ea typeface="Songti SC"/>
              </a:rPr>
              <a:t>Multidimensional Loops and Data Structures</a:t>
            </a:r>
            <a:endParaRPr b="0" lang="en-US" sz="13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808080"/>
                </a:solidFill>
                <a:latin typeface="Times New Roman"/>
                <a:ea typeface="Songti SC"/>
              </a:rPr>
              <a:t>Advanced Reductions</a:t>
            </a:r>
            <a:endParaRPr b="0" lang="en-US" sz="13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000000"/>
                </a:solidFill>
                <a:latin typeface="Times New Roman"/>
                <a:ea typeface="Songti SC"/>
              </a:rPr>
              <a:t>MPI (Message Passing Interface) and PGAS (Partitioned Global Address Spaces)</a:t>
            </a:r>
            <a:endParaRPr b="0" lang="en-US" sz="1300" spc="-1" strike="noStrike">
              <a:solidFill>
                <a:srgbClr val="000000"/>
              </a:solidFill>
              <a:latin typeface="Arial"/>
            </a:endParaRPr>
          </a:p>
          <a:p>
            <a:pPr marL="720000" indent="-324000">
              <a:lnSpc>
                <a:spcPct val="100000"/>
              </a:lnSpc>
              <a:buClr>
                <a:srgbClr val="000000"/>
              </a:buClr>
              <a:buSzPct val="45000"/>
              <a:buFont typeface="Wingdings" charset="2"/>
              <a:buChar char=""/>
              <a:tabLst>
                <a:tab algn="l" pos="0"/>
              </a:tabLst>
            </a:pPr>
            <a:r>
              <a:rPr b="0" lang="en-US" sz="1300" spc="-1" strike="noStrike">
                <a:solidFill>
                  <a:srgbClr val="000000"/>
                </a:solidFill>
                <a:latin typeface="Times New Roman"/>
                <a:ea typeface="Songti SC"/>
              </a:rPr>
              <a:t>SIM (Single Instruction Multiple Data) Task Flow</a:t>
            </a:r>
            <a:endParaRPr b="0" lang="en-US" sz="1300" spc="-1" strike="noStrike">
              <a:solidFill>
                <a:srgbClr val="000000"/>
              </a:solidFill>
              <a:latin typeface="Arial"/>
            </a:endParaRPr>
          </a:p>
          <a:p>
            <a:pPr marL="743040" indent="0">
              <a:lnSpc>
                <a:spcPct val="100000"/>
              </a:lnSpc>
              <a:spcAft>
                <a:spcPts val="1057"/>
              </a:spcAft>
              <a:buNone/>
              <a:tabLst>
                <a:tab algn="l" pos="0"/>
              </a:tabLst>
            </a:pPr>
            <a:endParaRPr b="0" lang="en-US" sz="1400" spc="-1" strike="noStrike">
              <a:solidFill>
                <a:srgbClr val="000000"/>
              </a:solidFill>
              <a:latin typeface="Arial"/>
            </a:endParaRPr>
          </a:p>
          <a:p>
            <a:pPr marL="743040" indent="0">
              <a:lnSpc>
                <a:spcPct val="100000"/>
              </a:lnSpc>
              <a:spcAft>
                <a:spcPts val="1057"/>
              </a:spcAft>
              <a:buNone/>
              <a:tabLst>
                <a:tab algn="l" pos="0"/>
              </a:tabLst>
            </a:pPr>
            <a:endParaRPr b="0" lang="en-US" sz="1400" spc="-1" strike="noStrike">
              <a:solidFill>
                <a:srgbClr val="000000"/>
              </a:solidFill>
              <a:latin typeface="Arial"/>
            </a:endParaRPr>
          </a:p>
          <a:p>
            <a:pPr marL="743040" indent="0">
              <a:lnSpc>
                <a:spcPct val="100000"/>
              </a:lnSpc>
              <a:spcAft>
                <a:spcPts val="1057"/>
              </a:spcAft>
              <a:buNone/>
              <a:tabLst>
                <a:tab algn="l" pos="0"/>
              </a:tabLst>
            </a:pPr>
            <a:endParaRPr b="0" lang="en-US" sz="1400" spc="-1" strike="noStrike">
              <a:solidFill>
                <a:srgbClr val="000000"/>
              </a:solidFill>
              <a:latin typeface="Arial"/>
            </a:endParaRPr>
          </a:p>
          <a:p>
            <a:pPr marL="743040" indent="0">
              <a:lnSpc>
                <a:spcPct val="100000"/>
              </a:lnSpc>
              <a:spcAft>
                <a:spcPts val="1057"/>
              </a:spcAft>
              <a:buNone/>
              <a:tabLst>
                <a:tab algn="l" pos="0"/>
              </a:tabLst>
            </a:pPr>
            <a:endParaRPr b="0" lang="en-US" sz="1400" spc="-1" strike="noStrike">
              <a:solidFill>
                <a:srgbClr val="000000"/>
              </a:solidFill>
              <a:latin typeface="Arial"/>
            </a:endParaRPr>
          </a:p>
          <a:p>
            <a:pPr marL="267120" indent="0">
              <a:lnSpc>
                <a:spcPct val="115000"/>
              </a:lnSpc>
              <a:spcAft>
                <a:spcPts val="1236"/>
              </a:spcAft>
              <a:buNone/>
              <a:tabLst>
                <a:tab algn="l" pos="0"/>
              </a:tabLst>
            </a:pPr>
            <a:endParaRPr b="0" lang="en-US" sz="2000" spc="-1" strike="noStrike">
              <a:solidFill>
                <a:srgbClr val="000000"/>
              </a:solidFill>
              <a:latin typeface="Arial"/>
            </a:endParaRPr>
          </a:p>
          <a:p>
            <a:pPr marL="267120" indent="0">
              <a:lnSpc>
                <a:spcPct val="115000"/>
              </a:lnSpc>
              <a:spcAft>
                <a:spcPts val="1236"/>
              </a:spcAft>
              <a:buNone/>
              <a:tabLst>
                <a:tab algn="l" pos="0"/>
              </a:tabLst>
            </a:pPr>
            <a:endParaRPr b="0" lang="en-US" sz="2000" spc="-1" strike="noStrike">
              <a:solidFill>
                <a:srgbClr val="000000"/>
              </a:solidFill>
              <a:latin typeface="Arial"/>
            </a:endParaRPr>
          </a:p>
          <a:p>
            <a:pPr marL="267120" indent="0">
              <a:lnSpc>
                <a:spcPct val="115000"/>
              </a:lnSpc>
              <a:spcAft>
                <a:spcPts val="1236"/>
              </a:spcAft>
              <a:buNone/>
              <a:tabLst>
                <a:tab algn="l" pos="0"/>
              </a:tabLst>
            </a:pPr>
            <a:endParaRPr b="0" lang="en-US" sz="2000" spc="-1" strike="noStrike">
              <a:solidFill>
                <a:srgbClr val="000000"/>
              </a:solidFill>
              <a:latin typeface="Arial"/>
            </a:endParaRPr>
          </a:p>
          <a:p>
            <a:pPr marL="11160" indent="0">
              <a:lnSpc>
                <a:spcPct val="100000"/>
              </a:lnSpc>
              <a:spcAft>
                <a:spcPts val="1057"/>
              </a:spcAft>
              <a:buNone/>
              <a:tabLst>
                <a:tab algn="l" pos="0"/>
              </a:tabLst>
            </a:pPr>
            <a:endParaRPr b="0" lang="en-US" sz="1600" spc="-1" strike="noStrike">
              <a:solidFill>
                <a:srgbClr val="000000"/>
              </a:solidFill>
              <a:latin typeface="Arial"/>
            </a:endParaRPr>
          </a:p>
          <a:p>
            <a:pPr marL="11160" indent="0">
              <a:lnSpc>
                <a:spcPct val="100000"/>
              </a:lnSpc>
              <a:spcAft>
                <a:spcPts val="1057"/>
              </a:spcAft>
              <a:buNone/>
              <a:tabLst>
                <a:tab algn="l" pos="0"/>
              </a:tabLst>
            </a:pPr>
            <a:endParaRPr b="0" lang="en-US" sz="1600" spc="-1" strike="noStrike">
              <a:solidFill>
                <a:srgbClr val="000000"/>
              </a:solidFill>
              <a:latin typeface="Arial"/>
            </a:endParaRPr>
          </a:p>
          <a:p>
            <a:pPr marL="11160" indent="0">
              <a:lnSpc>
                <a:spcPct val="115000"/>
              </a:lnSpc>
              <a:spcAft>
                <a:spcPts val="1236"/>
              </a:spcAft>
              <a:buNone/>
              <a:tabLst>
                <a:tab algn="l" pos="0"/>
              </a:tabLst>
            </a:pPr>
            <a:endParaRPr b="0" lang="en-US" sz="1400" spc="-1" strike="noStrike">
              <a:solidFill>
                <a:srgbClr val="000000"/>
              </a:solidFill>
              <a:latin typeface="Arial"/>
            </a:endParaRPr>
          </a:p>
          <a:p>
            <a:pPr marL="11160" indent="0">
              <a:lnSpc>
                <a:spcPct val="115000"/>
              </a:lnSpc>
              <a:spcAft>
                <a:spcPts val="1236"/>
              </a:spcAft>
              <a:buNone/>
              <a:tabLst>
                <a:tab algn="l" pos="0"/>
              </a:tabLst>
            </a:pPr>
            <a:endParaRPr b="0" lang="en-US" sz="1400" spc="-1" strike="noStrike">
              <a:solidFill>
                <a:srgbClr val="000000"/>
              </a:solidFill>
              <a:latin typeface="Arial"/>
            </a:endParaRPr>
          </a:p>
        </p:txBody>
      </p:sp>
      <p:pic>
        <p:nvPicPr>
          <p:cNvPr id="168" name="Picture 3" descr=""/>
          <p:cNvPicPr/>
          <p:nvPr/>
        </p:nvPicPr>
        <p:blipFill>
          <a:blip r:embed="rId2"/>
          <a:srcRect l="5861" t="0" r="3730" b="0"/>
          <a:stretch/>
        </p:blipFill>
        <p:spPr>
          <a:xfrm>
            <a:off x="828000" y="2287800"/>
            <a:ext cx="1068840" cy="2636640"/>
          </a:xfrm>
          <a:prstGeom prst="rect">
            <a:avLst/>
          </a:prstGeom>
          <a:ln w="0">
            <a:noFill/>
          </a:ln>
        </p:spPr>
      </p:pic>
      <p:sp>
        <p:nvSpPr>
          <p:cNvPr id="169" name="Text Box 3"/>
          <p:cNvSpPr/>
          <p:nvPr/>
        </p:nvSpPr>
        <p:spPr>
          <a:xfrm>
            <a:off x="1167120" y="2103840"/>
            <a:ext cx="1406160" cy="466560"/>
          </a:xfrm>
          <a:custGeom>
            <a:avLst/>
            <a:gdLst>
              <a:gd name="textAreaLeft" fmla="*/ 0 w 1406160"/>
              <a:gd name="textAreaRight" fmla="*/ 1414080 w 1406160"/>
              <a:gd name="textAreaTop" fmla="*/ 0 h 466560"/>
              <a:gd name="textAreaBottom" fmla="*/ 474480 h 466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rmAutofit/>
          </a:bodyPr>
          <a:p>
            <a:pPr>
              <a:lnSpc>
                <a:spcPct val="10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1" lang="en-US" sz="2000" spc="-1" strike="noStrike">
                <a:solidFill>
                  <a:srgbClr val="ff0000"/>
                </a:solidFill>
                <a:latin typeface="Source Sans Pro"/>
                <a:ea typeface="DejaVu Sans"/>
              </a:rPr>
              <a:t>G</a:t>
            </a:r>
            <a:r>
              <a:rPr b="1" lang="en-US" sz="2000" spc="-1" strike="noStrike">
                <a:solidFill>
                  <a:srgbClr val="000000"/>
                </a:solidFill>
                <a:latin typeface="Source Sans Pro"/>
                <a:ea typeface="DejaVu Sans"/>
              </a:rPr>
              <a:t>OAL</a:t>
            </a:r>
            <a:endParaRPr b="0" lang="en-US" sz="2000" spc="-1" strike="noStrike">
              <a:solidFill>
                <a:srgbClr val="000000"/>
              </a:solidFill>
              <a:latin typeface="Arial"/>
            </a:endParaRPr>
          </a:p>
        </p:txBody>
      </p:sp>
      <p:sp>
        <p:nvSpPr>
          <p:cNvPr id="170" name="PlaceHolder 2"/>
          <p:cNvSpPr/>
          <p:nvPr/>
        </p:nvSpPr>
        <p:spPr>
          <a:xfrm>
            <a:off x="8460000" y="1296000"/>
            <a:ext cx="1499040" cy="492840"/>
          </a:xfrm>
          <a:prstGeom prst="rect">
            <a:avLst/>
          </a:prstGeom>
          <a:noFill/>
          <a:ln w="0">
            <a:noFill/>
          </a:ln>
        </p:spPr>
        <p:style>
          <a:lnRef idx="0"/>
          <a:fillRef idx="0"/>
          <a:effectRef idx="0"/>
          <a:fontRef idx="minor"/>
        </p:style>
        <p:txBody>
          <a:bodyPr lIns="0" rIns="0" tIns="0" bIns="0" anchor="t">
            <a:normAutofit/>
          </a:bodyPr>
          <a:p>
            <a:pPr>
              <a:lnSpc>
                <a:spcPct val="100000"/>
              </a:lnSpc>
              <a:spcAft>
                <a:spcPts val="1057"/>
              </a:spcAft>
              <a:tabLst>
                <a:tab algn="l" pos="0"/>
              </a:tabLst>
            </a:pPr>
            <a:r>
              <a:rPr b="1" lang="en-US" sz="1600" spc="-1" strike="noStrike">
                <a:solidFill>
                  <a:srgbClr val="0000ff"/>
                </a:solidFill>
                <a:latin typeface="Liberation Serif;Times New Roman"/>
                <a:ea typeface="Songti SC"/>
              </a:rPr>
              <a:t>S</a:t>
            </a:r>
            <a:r>
              <a:rPr b="1" lang="en-US" sz="1600" spc="-1" strike="noStrike">
                <a:solidFill>
                  <a:srgbClr val="000000"/>
                </a:solidFill>
                <a:latin typeface="Liberation Serif;Times New Roman"/>
                <a:ea typeface="Songti SC"/>
              </a:rPr>
              <a:t>ESSION 3</a:t>
            </a:r>
            <a:endParaRPr b="0" lang="en-US" sz="1600" spc="-1" strike="noStrike">
              <a:solidFill>
                <a:srgbClr val="000000"/>
              </a:solidFill>
              <a:latin typeface="Arial"/>
            </a:endParaRPr>
          </a:p>
          <a:p>
            <a:pPr marL="259200">
              <a:lnSpc>
                <a:spcPct val="115000"/>
              </a:lnSpc>
              <a:spcAft>
                <a:spcPts val="1236"/>
              </a:spcAft>
              <a:tabLst>
                <a:tab algn="l" pos="0"/>
              </a:tabLst>
            </a:pPr>
            <a:endParaRPr b="0" lang="en-US" sz="2000" spc="-1" strike="noStrike">
              <a:solidFill>
                <a:srgbClr val="000000"/>
              </a:solidFill>
              <a:latin typeface="Arial"/>
            </a:endParaRPr>
          </a:p>
          <a:p>
            <a:pPr marL="259200">
              <a:lnSpc>
                <a:spcPct val="115000"/>
              </a:lnSpc>
              <a:spcAft>
                <a:spcPts val="1236"/>
              </a:spcAft>
              <a:tabLst>
                <a:tab algn="l" pos="0"/>
              </a:tabLst>
            </a:pPr>
            <a:endParaRPr b="0" lang="en-US" sz="2000" spc="-1" strike="noStrike">
              <a:solidFill>
                <a:srgbClr val="000000"/>
              </a:solidFill>
              <a:latin typeface="Arial"/>
            </a:endParaRPr>
          </a:p>
          <a:p>
            <a:pPr marL="11520">
              <a:lnSpc>
                <a:spcPct val="100000"/>
              </a:lnSpc>
              <a:spcAft>
                <a:spcPts val="1057"/>
              </a:spcAft>
              <a:tabLst>
                <a:tab algn="l" pos="0"/>
              </a:tabLst>
            </a:pPr>
            <a:endParaRPr b="0" lang="en-US" sz="1600" spc="-1" strike="noStrike">
              <a:solidFill>
                <a:srgbClr val="000000"/>
              </a:solidFill>
              <a:latin typeface="Arial"/>
            </a:endParaRPr>
          </a:p>
          <a:p>
            <a:pPr marL="11520">
              <a:lnSpc>
                <a:spcPct val="100000"/>
              </a:lnSpc>
              <a:spcAft>
                <a:spcPts val="1057"/>
              </a:spcAft>
              <a:tabLst>
                <a:tab algn="l" pos="0"/>
              </a:tabLst>
            </a:pPr>
            <a:endParaRPr b="0" lang="en-US" sz="1600" spc="-1" strike="noStrike">
              <a:solidFill>
                <a:srgbClr val="000000"/>
              </a:solidFill>
              <a:latin typeface="Arial"/>
            </a:endParaRPr>
          </a:p>
          <a:p>
            <a:pPr marL="11520">
              <a:lnSpc>
                <a:spcPct val="115000"/>
              </a:lnSpc>
              <a:spcAft>
                <a:spcPts val="1236"/>
              </a:spcAft>
              <a:tabLst>
                <a:tab algn="l" pos="0"/>
              </a:tabLst>
            </a:pPr>
            <a:endParaRPr b="0" lang="en-US" sz="1400" spc="-1" strike="noStrike">
              <a:solidFill>
                <a:srgbClr val="000000"/>
              </a:solidFill>
              <a:latin typeface="Arial"/>
            </a:endParaRPr>
          </a:p>
          <a:p>
            <a:pPr marL="11520">
              <a:lnSpc>
                <a:spcPct val="115000"/>
              </a:lnSpc>
              <a:spcAft>
                <a:spcPts val="1236"/>
              </a:spcAft>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
          <p:cNvSpPr/>
          <p:nvPr/>
        </p:nvSpPr>
        <p:spPr>
          <a:xfrm>
            <a:off x="2160000" y="2484000"/>
            <a:ext cx="6466680" cy="1415880"/>
          </a:xfrm>
          <a:prstGeom prst="rect">
            <a:avLst/>
          </a:prstGeom>
          <a:noFill/>
          <a:ln w="10800">
            <a:noFill/>
          </a:ln>
        </p:spPr>
        <p:style>
          <a:lnRef idx="0"/>
          <a:fillRef idx="0"/>
          <a:effectRef idx="0"/>
          <a:fontRef idx="minor"/>
        </p:style>
        <p:txBody>
          <a:bodyPr lIns="90000" rIns="90000" tIns="45000" bIns="45000" anchor="ctr">
            <a:noAutofit/>
          </a:bodyPr>
          <a:p>
            <a:pPr algn="ctr">
              <a:lnSpc>
                <a:spcPct val="130000"/>
              </a:lnSpc>
              <a:spcBef>
                <a:spcPts val="479"/>
              </a:spcBef>
              <a:tabLst>
                <a:tab algn="l" pos="0"/>
              </a:tabLst>
            </a:pPr>
            <a:r>
              <a:rPr b="1" lang="en-US" sz="2200" spc="-12" strike="noStrike">
                <a:solidFill>
                  <a:srgbClr val="f10d0c"/>
                </a:solidFill>
                <a:latin typeface="Arial"/>
                <a:ea typeface="DejaVu Sans"/>
              </a:rPr>
              <a:t>K</a:t>
            </a:r>
            <a:r>
              <a:rPr b="1" lang="en-US" sz="2200" spc="-12" strike="noStrike">
                <a:solidFill>
                  <a:srgbClr val="000000"/>
                </a:solidFill>
                <a:latin typeface="Arial"/>
                <a:ea typeface="DejaVu Sans"/>
              </a:rPr>
              <a:t>okkos </a:t>
            </a:r>
            <a:r>
              <a:rPr b="1" lang="en-US" sz="2200" spc="-12" strike="noStrike">
                <a:solidFill>
                  <a:srgbClr val="f10d0c"/>
                </a:solidFill>
                <a:latin typeface="Arial"/>
                <a:ea typeface="DejaVu Sans"/>
              </a:rPr>
              <a:t>M</a:t>
            </a:r>
            <a:r>
              <a:rPr b="1" lang="en-US" sz="2200" spc="-12" strike="noStrike">
                <a:solidFill>
                  <a:srgbClr val="000000"/>
                </a:solidFill>
                <a:latin typeface="Arial"/>
                <a:ea typeface="DejaVu Sans"/>
              </a:rPr>
              <a:t>PI</a:t>
            </a:r>
            <a:endParaRPr b="0" lang="en-US" sz="2200" spc="-1" strike="noStrike">
              <a:solidFill>
                <a:srgbClr val="000000"/>
              </a:solidFill>
              <a:latin typeface="Arial"/>
            </a:endParaRPr>
          </a:p>
          <a:p>
            <a:pPr algn="ctr">
              <a:lnSpc>
                <a:spcPct val="130000"/>
              </a:lnSpc>
              <a:spcBef>
                <a:spcPts val="479"/>
              </a:spcBef>
              <a:tabLst>
                <a:tab algn="l" pos="0"/>
              </a:tabLst>
            </a:pPr>
            <a:r>
              <a:rPr b="1" lang="en-US" sz="2200" spc="-12" strike="noStrike">
                <a:solidFill>
                  <a:srgbClr val="000000"/>
                </a:solidFill>
                <a:latin typeface="Arial"/>
                <a:ea typeface="DejaVu Sans"/>
              </a:rPr>
              <a:t>(</a:t>
            </a:r>
            <a:r>
              <a:rPr b="1" lang="en-US" sz="2200" spc="-12" strike="noStrike">
                <a:solidFill>
                  <a:srgbClr val="f10d0c"/>
                </a:solidFill>
                <a:latin typeface="Arial"/>
                <a:ea typeface="DejaVu Sans"/>
              </a:rPr>
              <a:t>M</a:t>
            </a:r>
            <a:r>
              <a:rPr b="1" lang="en-US" sz="2200" spc="-12" strike="noStrike">
                <a:solidFill>
                  <a:srgbClr val="000000"/>
                </a:solidFill>
                <a:latin typeface="Arial"/>
                <a:ea typeface="DejaVu Sans"/>
              </a:rPr>
              <a:t>essage </a:t>
            </a:r>
            <a:r>
              <a:rPr b="1" lang="en-US" sz="2200" spc="-12" strike="noStrike">
                <a:solidFill>
                  <a:srgbClr val="f10d0c"/>
                </a:solidFill>
                <a:latin typeface="Arial"/>
                <a:ea typeface="DejaVu Sans"/>
              </a:rPr>
              <a:t>P</a:t>
            </a:r>
            <a:r>
              <a:rPr b="1" lang="en-US" sz="2200" spc="-12" strike="noStrike">
                <a:solidFill>
                  <a:srgbClr val="000000"/>
                </a:solidFill>
                <a:latin typeface="Arial"/>
                <a:ea typeface="DejaVu Sans"/>
              </a:rPr>
              <a:t>assing </a:t>
            </a:r>
            <a:r>
              <a:rPr b="1" lang="en-US" sz="2200" spc="-12" strike="noStrike">
                <a:solidFill>
                  <a:srgbClr val="f10d0c"/>
                </a:solidFill>
                <a:latin typeface="Arial"/>
                <a:ea typeface="DejaVu Sans"/>
              </a:rPr>
              <a:t>I</a:t>
            </a:r>
            <a:r>
              <a:rPr b="1" lang="en-US" sz="2200" spc="-12" strike="noStrike">
                <a:solidFill>
                  <a:srgbClr val="000000"/>
                </a:solidFill>
                <a:latin typeface="Arial"/>
                <a:ea typeface="DejaVu Sans"/>
              </a:rPr>
              <a:t>nterface)</a:t>
            </a:r>
            <a:endParaRPr b="0" lang="en-US" sz="2200" spc="-1" strike="noStrike">
              <a:solidFill>
                <a:srgbClr val="000000"/>
              </a:solidFill>
              <a:latin typeface="Arial"/>
            </a:endParaRPr>
          </a:p>
          <a:p>
            <a:pPr algn="ctr">
              <a:lnSpc>
                <a:spcPct val="100000"/>
              </a:lnSpc>
              <a:tabLst>
                <a:tab algn="l" pos="0"/>
              </a:tabLst>
            </a:pPr>
            <a:endParaRPr b="0" lang="en-US" sz="2000" spc="-1" strike="noStrike">
              <a:solidFill>
                <a:srgbClr val="000000"/>
              </a:solidFill>
              <a:latin typeface="Arial"/>
            </a:endParaRPr>
          </a:p>
        </p:txBody>
      </p:sp>
      <p:pic>
        <p:nvPicPr>
          <p:cNvPr id="172" name="" descr=""/>
          <p:cNvPicPr/>
          <p:nvPr/>
        </p:nvPicPr>
        <p:blipFill>
          <a:blip r:embed="rId1"/>
          <a:stretch/>
        </p:blipFill>
        <p:spPr>
          <a:xfrm>
            <a:off x="2052000" y="2484720"/>
            <a:ext cx="1412640" cy="1396440"/>
          </a:xfrm>
          <a:prstGeom prst="rect">
            <a:avLst/>
          </a:prstGeom>
          <a:ln w="0">
            <a:noFill/>
          </a:ln>
          <a:effectLst>
            <a:outerShdw blurRad="0" dir="2700000" dist="101823" rotWithShape="0">
              <a:srgbClr val="bababa"/>
            </a:outerShdw>
          </a:effectLst>
        </p:spPr>
      </p:pic>
      <p:pic>
        <p:nvPicPr>
          <p:cNvPr id="173" name="" descr=""/>
          <p:cNvPicPr/>
          <p:nvPr/>
        </p:nvPicPr>
        <p:blipFill>
          <a:blip r:embed="rId2"/>
          <a:stretch/>
        </p:blipFill>
        <p:spPr>
          <a:xfrm>
            <a:off x="7505280" y="2509200"/>
            <a:ext cx="1163880" cy="1114560"/>
          </a:xfrm>
          <a:prstGeom prst="rect">
            <a:avLst/>
          </a:prstGeom>
          <a:ln w="0">
            <a:noFill/>
          </a:ln>
        </p:spPr>
      </p:pic>
      <p:pic>
        <p:nvPicPr>
          <p:cNvPr id="174" name="Cycles- 2" descr=""/>
          <p:cNvPicPr/>
          <p:nvPr/>
        </p:nvPicPr>
        <p:blipFill>
          <a:blip r:embed="rId3"/>
          <a:stretch/>
        </p:blipFill>
        <p:spPr>
          <a:xfrm>
            <a:off x="7243200" y="2193120"/>
            <a:ext cx="1709640" cy="16837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7"/>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Concept</a:t>
            </a:r>
            <a:endParaRPr b="0" lang="en-US" sz="2000" spc="-1" strike="noStrike">
              <a:solidFill>
                <a:srgbClr val="000000"/>
              </a:solidFill>
              <a:latin typeface="Arial"/>
            </a:endParaRPr>
          </a:p>
        </p:txBody>
      </p:sp>
      <p:sp>
        <p:nvSpPr>
          <p:cNvPr id="176" name=""/>
          <p:cNvSpPr/>
          <p:nvPr/>
        </p:nvSpPr>
        <p:spPr>
          <a:xfrm>
            <a:off x="177480" y="825840"/>
            <a:ext cx="9803160" cy="2250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Times New Roman"/>
                <a:ea typeface="DejaVu Sans"/>
              </a:rPr>
              <a:t>Basic concept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Times New Roman"/>
                <a:ea typeface="DejaVu Sans"/>
              </a:rPr>
              <a:t>Kokkos MPI represents the integration of two complementary parallel programming paradigms:</a:t>
            </a:r>
            <a:endParaRPr b="0" lang="en-US" sz="1400" spc="-1" strike="noStrike">
              <a:solidFill>
                <a:srgbClr val="000000"/>
              </a:solidFill>
              <a:latin typeface="Arial"/>
            </a:endParaRPr>
          </a:p>
          <a:p>
            <a:pPr marL="360000">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0" lang="en-US" sz="1400" spc="-1" strike="noStrike">
                <a:solidFill>
                  <a:srgbClr val="000000"/>
                </a:solidFill>
                <a:latin typeface="Times New Roman"/>
                <a:ea typeface="Microsoft YaHei"/>
              </a:rPr>
              <a:t>Kokkos: Manages intra-node parallelism, providing an abstraction for heterogeneous architectures (multi-core CPUs, GPUs).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0" lang="en-US" sz="1400" spc="-1" strike="noStrike">
                <a:solidFill>
                  <a:srgbClr val="000000"/>
                </a:solidFill>
                <a:latin typeface="Times New Roman"/>
                <a:ea typeface="Microsoft YaHei"/>
              </a:rPr>
              <a:t>MPI: Manages inter-node parallelism, enabling communication between distributed processes.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Times New Roman"/>
                <a:ea typeface="Microsoft YaHei"/>
              </a:rPr>
              <a:t>This combination enables the development of applications capable of fully exploiting modern high-performance computing systems, from the node level to massive clusters.</a:t>
            </a:r>
            <a:endParaRPr b="0" lang="en-US" sz="1400" spc="-1" strike="noStrike">
              <a:solidFill>
                <a:srgbClr val="000000"/>
              </a:solidFill>
              <a:latin typeface="Arial"/>
            </a:endParaRPr>
          </a:p>
        </p:txBody>
      </p:sp>
      <p:sp>
        <p:nvSpPr>
          <p:cNvPr id="177" name=""/>
          <p:cNvSpPr/>
          <p:nvPr/>
        </p:nvSpPr>
        <p:spPr>
          <a:xfrm>
            <a:off x="429840" y="3257280"/>
            <a:ext cx="9572400" cy="205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Times New Roman"/>
                <a:ea typeface="DejaVu Sans"/>
              </a:rPr>
              <a:t>Advantages of the Kokkos MPI approach</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1" lang="en-US" sz="1400" spc="-1" strike="noStrike">
                <a:solidFill>
                  <a:srgbClr val="000000"/>
                </a:solidFill>
                <a:latin typeface="Times New Roman"/>
                <a:ea typeface="DejaVu Sans"/>
              </a:rPr>
              <a:t>Performance portability</a:t>
            </a:r>
            <a:r>
              <a:rPr b="0" lang="en-US" sz="1400" spc="-1" strike="noStrike">
                <a:solidFill>
                  <a:srgbClr val="000000"/>
                </a:solidFill>
                <a:latin typeface="Times New Roman"/>
                <a:ea typeface="DejaVu Sans"/>
              </a:rPr>
              <a:t>: The code can run efficiently on various architectures without modification.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1" lang="en-US" sz="1400" spc="-1" strike="noStrike">
                <a:solidFill>
                  <a:srgbClr val="000000"/>
                </a:solidFill>
                <a:latin typeface="Times New Roman"/>
                <a:ea typeface="Microsoft YaHei"/>
              </a:rPr>
              <a:t>Scalability</a:t>
            </a:r>
            <a:r>
              <a:rPr b="0" lang="en-US" sz="1400" spc="-1" strike="noStrike">
                <a:solidFill>
                  <a:srgbClr val="000000"/>
                </a:solidFill>
                <a:latin typeface="Times New Roman"/>
                <a:ea typeface="Microsoft YaHei"/>
              </a:rPr>
              <a:t>: Allows you to scale from a few cores to thousands of compute nodes.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1" lang="en-US" sz="1400" spc="-1" strike="noStrike">
                <a:solidFill>
                  <a:srgbClr val="000000"/>
                </a:solidFill>
                <a:latin typeface="Times New Roman"/>
                <a:ea typeface="Microsoft YaHei"/>
              </a:rPr>
              <a:t>Abstraction of the material:</a:t>
            </a:r>
            <a:r>
              <a:rPr b="0" lang="en-US" sz="1400" spc="-1" strike="noStrike">
                <a:solidFill>
                  <a:srgbClr val="000000"/>
                </a:solidFill>
                <a:latin typeface="Times New Roman"/>
                <a:ea typeface="Microsoft YaHei"/>
              </a:rPr>
              <a:t>Kokkos handles the low-level details of the architecture, while MPI handles the communication.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1" lang="en-US" sz="1400" spc="-1" strike="noStrike">
                <a:solidFill>
                  <a:srgbClr val="000000"/>
                </a:solidFill>
                <a:latin typeface="Times New Roman"/>
                <a:ea typeface="Microsoft YaHei"/>
              </a:rPr>
              <a:t>Automatic optimizations:</a:t>
            </a:r>
            <a:r>
              <a:rPr b="0" lang="en-US" sz="1400" spc="-1" strike="noStrike">
                <a:solidFill>
                  <a:srgbClr val="000000"/>
                </a:solidFill>
                <a:latin typeface="Times New Roman"/>
                <a:ea typeface="Microsoft YaHei"/>
              </a:rPr>
              <a:t>Kokkos can automatically optimize the use of local resources.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1"/>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MPI and Kokkos integration</a:t>
            </a:r>
            <a:endParaRPr b="1" lang="en-US" sz="2000" spc="-1" strike="noStrike">
              <a:solidFill>
                <a:srgbClr val="000000"/>
              </a:solidFill>
              <a:latin typeface="Arial"/>
            </a:endParaRPr>
          </a:p>
        </p:txBody>
      </p:sp>
      <p:sp>
        <p:nvSpPr>
          <p:cNvPr id="179" name=""/>
          <p:cNvSpPr/>
          <p:nvPr/>
        </p:nvSpPr>
        <p:spPr>
          <a:xfrm>
            <a:off x="485640" y="942120"/>
            <a:ext cx="9243000" cy="678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Times New Roman"/>
                <a:ea typeface="DejaVu Sans"/>
              </a:rPr>
              <a:t>Kokkos integrates with MPI for inter-node communications, enabling scalability across distributed systems. A typical Kokkos application initialization with MPI looks like this:</a:t>
            </a:r>
            <a:endParaRPr b="0" lang="en-US" sz="1400" spc="-1" strike="noStrike">
              <a:solidFill>
                <a:srgbClr val="000000"/>
              </a:solidFill>
              <a:latin typeface="Arial"/>
            </a:endParaRPr>
          </a:p>
        </p:txBody>
      </p:sp>
      <p:sp>
        <p:nvSpPr>
          <p:cNvPr id="180" name=""/>
          <p:cNvSpPr/>
          <p:nvPr/>
        </p:nvSpPr>
        <p:spPr>
          <a:xfrm>
            <a:off x="2746440" y="1621440"/>
            <a:ext cx="4246560" cy="353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300" spc="-1" strike="noStrike">
                <a:solidFill>
                  <a:srgbClr val="000000"/>
                </a:solidFill>
                <a:latin typeface="Times New Roman"/>
                <a:ea typeface="DejaVu Sans"/>
              </a:rPr>
              <a:t>#include &lt;mpi.h&gt;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#include &lt;Kokkos_Core.hpp&gt;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int main(int argc, char* argv[])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MPI_Init(&amp;argc, &amp;argv);</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int mpi_rank, mpi_size;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MPI_Comm_rank</a:t>
            </a:r>
            <a:r>
              <a:rPr b="0" lang="en-US" sz="1300" spc="-1" strike="noStrike">
                <a:solidFill>
                  <a:srgbClr val="000000"/>
                </a:solidFill>
                <a:latin typeface="Times New Roman"/>
                <a:ea typeface="DejaVu Sans"/>
              </a:rPr>
              <a:t>(MPI_COMM_WORLD, &amp;mpi_rank);</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MPI_Comm_size</a:t>
            </a:r>
            <a:r>
              <a:rPr b="0" lang="en-US" sz="1300" spc="-1" strike="noStrike">
                <a:solidFill>
                  <a:srgbClr val="000000"/>
                </a:solidFill>
                <a:latin typeface="Times New Roman"/>
                <a:ea typeface="DejaVu Sans"/>
              </a:rPr>
              <a:t>(MPI_COMM_WORLD, &amp;mpi_size);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Kokkos::initialize</a:t>
            </a:r>
            <a:r>
              <a:rPr b="0" lang="en-US" sz="1300" spc="-1" strike="noStrike">
                <a:solidFill>
                  <a:srgbClr val="000000"/>
                </a:solidFill>
                <a:latin typeface="Times New Roman"/>
                <a:ea typeface="DejaVu Sans"/>
              </a:rPr>
              <a:t>(argc, argv);</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Application code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Kokkos::finalize</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MPI_Finalize</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return 0;</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p:txBody>
      </p:sp>
      <p:pic>
        <p:nvPicPr>
          <p:cNvPr id="181" name="Section-Cubes- 7"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7"/>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Data Management and Communication</a:t>
            </a:r>
            <a:endParaRPr b="0" lang="en-US" sz="2000" spc="-1" strike="noStrike">
              <a:solidFill>
                <a:srgbClr val="000000"/>
              </a:solidFill>
              <a:latin typeface="Arial"/>
            </a:endParaRPr>
          </a:p>
        </p:txBody>
      </p:sp>
      <p:sp>
        <p:nvSpPr>
          <p:cNvPr id="183" name=""/>
          <p:cNvSpPr/>
          <p:nvPr/>
        </p:nvSpPr>
        <p:spPr>
          <a:xfrm>
            <a:off x="85320" y="1236960"/>
            <a:ext cx="4908960" cy="3717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Creating and Using Kokkos Views with MPI</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Creating a Kokkos view</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Kokkos::View&lt;double*&gt;</a:t>
            </a:r>
            <a:r>
              <a:rPr b="0" lang="en-US" sz="1300" spc="-1" strike="noStrike">
                <a:solidFill>
                  <a:srgbClr val="000000"/>
                </a:solidFill>
                <a:latin typeface="Times New Roman"/>
                <a:ea typeface="DejaVu Sans"/>
              </a:rPr>
              <a:t>local_data("local_data", local_size);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Filling the view</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a:t>
            </a:r>
            <a:r>
              <a:rPr b="0" lang="en-US" sz="1300" spc="-1" strike="noStrike">
                <a:solidFill>
                  <a:srgbClr val="000000"/>
                </a:solidFill>
                <a:latin typeface="Times New Roman"/>
                <a:ea typeface="DejaVu Sans"/>
              </a:rPr>
              <a:t>r("fill_data", local_size, KOKKOS_LAMBDA(const 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local_data(i) = mpi_rank * local_size + i;</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MPI Communication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if (mpi_rank == 0)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Kokkos::View&lt;double*&gt; global_data("global_data", local_size * mpi_size);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MPI_Gather</a:t>
            </a:r>
            <a:r>
              <a:rPr b="0" lang="en-US" sz="1300" spc="-1" strike="noStrike">
                <a:solidFill>
                  <a:srgbClr val="000000"/>
                </a:solidFill>
                <a:latin typeface="Times New Roman"/>
                <a:ea typeface="DejaVu Sans"/>
              </a:rPr>
              <a:t>(local_data.data(), local_size, MPI_DOUBLE,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global_data.data(), local_size, MPI_DOUBLE,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0, MPI_COMM_WORLD);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p:txBody>
      </p:sp>
      <p:sp>
        <p:nvSpPr>
          <p:cNvPr id="184" name=""/>
          <p:cNvSpPr/>
          <p:nvPr/>
        </p:nvSpPr>
        <p:spPr>
          <a:xfrm>
            <a:off x="4500000" y="1237320"/>
            <a:ext cx="5601960" cy="3416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Using Kokkos Views with CUDA-aware MPI</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#ifdef KOKKOS_ENABLE_CUDA</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Kokkos::View&lt;double*, Kokkos::CudaSpace&gt;</a:t>
            </a:r>
            <a:r>
              <a:rPr b="0" lang="en-US" sz="1300" spc="-1" strike="noStrike">
                <a:solidFill>
                  <a:srgbClr val="000000"/>
                </a:solidFill>
                <a:latin typeface="Times New Roman"/>
                <a:ea typeface="DejaVu Sans"/>
              </a:rPr>
              <a:t>gpu_data("gpu_data", size);</a:t>
            </a: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Populate gpu_data on GPU</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if (mpi_rank == 0)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MPI_Recv</a:t>
            </a:r>
            <a:r>
              <a:rPr b="0" lang="en-US" sz="1300" spc="-1" strike="noStrike">
                <a:solidFill>
                  <a:srgbClr val="000000"/>
                </a:solidFill>
                <a:latin typeface="Times New Roman"/>
                <a:ea typeface="DejaVu Sans"/>
              </a:rPr>
              <a:t>(gpu_data.data(), size, MPI_DOUBLE, 1, 0, MPI_COMM_WORLD, MPI_STATUS_IGNORE);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else if (mpi_rank == 1)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MPI_Send</a:t>
            </a:r>
            <a:r>
              <a:rPr b="0" lang="en-US" sz="1300" spc="-1" strike="noStrike">
                <a:solidFill>
                  <a:srgbClr val="000000"/>
                </a:solidFill>
                <a:latin typeface="Times New Roman"/>
                <a:ea typeface="DejaVu Sans"/>
              </a:rPr>
              <a:t>(gpu_data.data(), size, MPI_DOUBLE, 0, 0, MPI_COMM_WORLD);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#endif</a:t>
            </a:r>
            <a:endParaRPr b="0" lang="en-US" sz="1300" spc="-1" strike="noStrike">
              <a:solidFill>
                <a:srgbClr val="000000"/>
              </a:solidFill>
              <a:latin typeface="Arial"/>
            </a:endParaRPr>
          </a:p>
        </p:txBody>
      </p:sp>
      <p:pic>
        <p:nvPicPr>
          <p:cNvPr id="185" name="Section-Cubes- 8"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2"/>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Advanced Optimizations</a:t>
            </a:r>
            <a:endParaRPr b="0" lang="en-US" sz="2000" spc="-1" strike="noStrike">
              <a:solidFill>
                <a:srgbClr val="000000"/>
              </a:solidFill>
              <a:latin typeface="Arial"/>
            </a:endParaRPr>
          </a:p>
        </p:txBody>
      </p:sp>
      <p:sp>
        <p:nvSpPr>
          <p:cNvPr id="187" name=""/>
          <p:cNvSpPr/>
          <p:nvPr/>
        </p:nvSpPr>
        <p:spPr>
          <a:xfrm>
            <a:off x="327960" y="1198800"/>
            <a:ext cx="9595800" cy="3627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Calculation-communication recovery:</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Kokkos::View&lt;double*&gt;</a:t>
            </a:r>
            <a:r>
              <a:rPr b="0" lang="en-US" sz="1300" spc="-1" strike="noStrike">
                <a:solidFill>
                  <a:srgbClr val="000000"/>
                </a:solidFill>
                <a:latin typeface="Times New Roman"/>
                <a:ea typeface="DejaVu Sans"/>
              </a:rPr>
              <a:t>send_buffer("send_buffer", buffer_size);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Kokkos::View&lt;double*&gt;</a:t>
            </a:r>
            <a:r>
              <a:rPr b="0" lang="en-US" sz="1300" spc="-1" strike="noStrike">
                <a:solidFill>
                  <a:srgbClr val="000000"/>
                </a:solidFill>
                <a:latin typeface="Times New Roman"/>
                <a:ea typeface="DejaVu Sans"/>
              </a:rPr>
              <a:t>recv_buffer("recv_buffer", buffer_size);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MPI_Request send_request, recv_request;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Start communications in a non-blocking manner</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MPI_Isend</a:t>
            </a:r>
            <a:r>
              <a:rPr b="0" lang="en-US" sz="1300" spc="-1" strike="noStrike">
                <a:solidFill>
                  <a:srgbClr val="000000"/>
                </a:solidFill>
                <a:latin typeface="Times New Roman"/>
                <a:ea typeface="DejaVu Sans"/>
              </a:rPr>
              <a:t>(send_buffer.data(), buffer_size, MPI_DOUBLE, dest, tag, MPI_COMM_WORLD, &amp;send_request);</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MPI_Irecv</a:t>
            </a:r>
            <a:r>
              <a:rPr b="0" lang="en-US" sz="1300" spc="-1" strike="noStrike">
                <a:solidFill>
                  <a:srgbClr val="000000"/>
                </a:solidFill>
                <a:latin typeface="Times New Roman"/>
                <a:ea typeface="DejaVu Sans"/>
              </a:rPr>
              <a:t>(recv_buffer.data(), buffer_size, MPI_DOUBLE, source, tag, MPI_COMM_WORLD, &amp;recv_request);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Perform calculations while communications are in progress</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("compute", compute_size, KOKKOS_LAMBDA(const 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Local calculations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Wait for communications to end</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MPI_Wait</a:t>
            </a:r>
            <a:r>
              <a:rPr b="0" lang="en-US" sz="1300" spc="-1" strike="noStrike">
                <a:solidFill>
                  <a:srgbClr val="000000"/>
                </a:solidFill>
                <a:latin typeface="Times New Roman"/>
                <a:ea typeface="DejaVu Sans"/>
              </a:rPr>
              <a:t>(&amp;send_request, MPI_STATUS_IGNORE);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MPI_Wait</a:t>
            </a:r>
            <a:r>
              <a:rPr b="0" lang="en-US" sz="1300" spc="-1" strike="noStrike">
                <a:solidFill>
                  <a:srgbClr val="000000"/>
                </a:solidFill>
                <a:latin typeface="Times New Roman"/>
                <a:ea typeface="DejaVu Sans"/>
              </a:rPr>
              <a:t>(&amp;recv_request, MPI_STATUS_IGNORE);</a:t>
            </a:r>
            <a:endParaRPr b="0" lang="en-US" sz="1300" spc="-1" strike="noStrike">
              <a:solidFill>
                <a:srgbClr val="000000"/>
              </a:solidFill>
              <a:latin typeface="Arial"/>
            </a:endParaRPr>
          </a:p>
        </p:txBody>
      </p:sp>
      <p:pic>
        <p:nvPicPr>
          <p:cNvPr id="188" name="Section-Cubes- 9"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8"/>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Advanced Optimizations</a:t>
            </a:r>
            <a:endParaRPr b="0" lang="en-US" sz="2000" spc="-1" strike="noStrike">
              <a:solidFill>
                <a:srgbClr val="000000"/>
              </a:solidFill>
              <a:latin typeface="Arial"/>
            </a:endParaRPr>
          </a:p>
        </p:txBody>
      </p:sp>
      <p:sp>
        <p:nvSpPr>
          <p:cNvPr id="190" name=""/>
          <p:cNvSpPr/>
          <p:nvPr/>
        </p:nvSpPr>
        <p:spPr>
          <a:xfrm>
            <a:off x="956160" y="1030320"/>
            <a:ext cx="8651160" cy="408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Using multiple Kokkos runspaces: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Kokkos::DefaultExecutionSpace</a:t>
            </a:r>
            <a:r>
              <a:rPr b="0" lang="en-US" sz="1300" spc="-1" strike="noStrike">
                <a:solidFill>
                  <a:srgbClr val="000000"/>
                </a:solidFill>
                <a:latin typeface="Times New Roman"/>
                <a:ea typeface="DejaVu Sans"/>
              </a:rPr>
              <a:t>default_space;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Kokkos::DefaultHostExecutionSpace</a:t>
            </a:r>
            <a:r>
              <a:rPr b="0" lang="en-US" sz="1300" spc="-1" strike="noStrike">
                <a:solidFill>
                  <a:srgbClr val="000000"/>
                </a:solidFill>
                <a:latin typeface="Times New Roman"/>
                <a:ea typeface="DejaVu Sans"/>
              </a:rPr>
              <a:t>host_space;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 Kokkos::DefaultExecutionSpace&gt;</a:t>
            </a:r>
            <a:r>
              <a:rPr b="0" lang="en-US" sz="1300" spc="-1" strike="noStrike">
                <a:solidFill>
                  <a:srgbClr val="000000"/>
                </a:solidFill>
                <a:latin typeface="Times New Roman"/>
                <a:ea typeface="DejaVu Sans"/>
              </a:rPr>
              <a:t>device_data("device_data", size);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 Kokkos::DefaultHostExecutionSpace&gt;</a:t>
            </a:r>
            <a:r>
              <a:rPr b="0" lang="en-US" sz="1300" spc="-1" strike="noStrike">
                <a:solidFill>
                  <a:srgbClr val="000000"/>
                </a:solidFill>
                <a:latin typeface="Times New Roman"/>
                <a:ea typeface="DejaVu Sans"/>
              </a:rPr>
              <a:t>host_data("host_data", size);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Calculations on the device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(Kokkos::RangePolicy&lt;Kokkos::DefaultExecutionSpace&gt;(default_space, 0, 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KOKKOS_LAMBDA(const 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device_data(i) = /* calculation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Copy to host for MPI communication</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Kokkos::deep_copy</a:t>
            </a:r>
            <a:r>
              <a:rPr b="0" lang="en-US" sz="1300" spc="-1" strike="noStrike">
                <a:solidFill>
                  <a:srgbClr val="000000"/>
                </a:solidFill>
                <a:latin typeface="Times New Roman"/>
                <a:ea typeface="DejaVu Sans"/>
              </a:rPr>
              <a:t>(host_data, device_data);</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MPI communication using host data</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MPI_Allreduce</a:t>
            </a:r>
            <a:r>
              <a:rPr b="0" lang="en-US" sz="1300" spc="-1" strike="noStrike">
                <a:solidFill>
                  <a:srgbClr val="000000"/>
                </a:solidFill>
                <a:latin typeface="Times New Roman"/>
                <a:ea typeface="DejaVu Sans"/>
              </a:rPr>
              <a:t>(MPI_IN_PLACE, host_data.data(), size, MPI_DOUBLE, MPI_SUM, MPI_COMM_WORLD);</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Copy back to device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Kokkos::deep_copy</a:t>
            </a:r>
            <a:r>
              <a:rPr b="0" lang="en-US" sz="1300" spc="-1" strike="noStrike">
                <a:solidFill>
                  <a:srgbClr val="000000"/>
                </a:solidFill>
                <a:latin typeface="Times New Roman"/>
                <a:ea typeface="DejaVu Sans"/>
              </a:rPr>
              <a:t>(device_data, host_data);</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9"/>
          <p:cNvSpPr/>
          <p:nvPr/>
        </p:nvSpPr>
        <p:spPr>
          <a:xfrm>
            <a:off x="27108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Optimizations and Considerations</a:t>
            </a:r>
            <a:endParaRPr b="0" lang="en-US" sz="2000" spc="-1" strike="noStrike">
              <a:solidFill>
                <a:srgbClr val="000000"/>
              </a:solidFill>
              <a:latin typeface="Arial"/>
            </a:endParaRPr>
          </a:p>
        </p:txBody>
      </p:sp>
      <p:sp>
        <p:nvSpPr>
          <p:cNvPr id="192" name=""/>
          <p:cNvSpPr/>
          <p:nvPr/>
        </p:nvSpPr>
        <p:spPr>
          <a:xfrm>
            <a:off x="581760" y="1226880"/>
            <a:ext cx="9268200" cy="351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Times New Roman"/>
                <a:ea typeface="DejaVu Sans"/>
              </a:rPr>
              <a:t>Thread Management and Affinity</a:t>
            </a:r>
            <a:r>
              <a:rPr b="0" lang="en-US" sz="1400" spc="-1" strike="noStrike">
                <a:solidFill>
                  <a:srgbClr val="000000"/>
                </a:solidFill>
                <a:latin typeface="Times New Roman"/>
                <a:ea typeface="DejaVu Sans"/>
              </a:rPr>
              <a:t>: For optimal performance, it is crucial to bind MPI tasks and threads to physical cores. This can be achieved using specific MPI flags or environment variables.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Using Kokkos Views for MPI Communications</a:t>
            </a:r>
            <a:r>
              <a:rPr b="0" lang="en-US" sz="1400" spc="-1" strike="noStrike">
                <a:solidFill>
                  <a:srgbClr val="000000"/>
                </a:solidFill>
                <a:latin typeface="Times New Roman"/>
                <a:ea typeface="DejaVu Sans"/>
              </a:rPr>
              <a:t>: Kokkos views can be used directly in MPI calls, simplifying data management between CPU and GPU.</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Calculation-communication recovery:</a:t>
            </a:r>
            <a:r>
              <a:rPr b="0" lang="en-US" sz="1400" spc="-1" strike="noStrike">
                <a:solidFill>
                  <a:srgbClr val="000000"/>
                </a:solidFill>
                <a:latin typeface="Times New Roman"/>
                <a:ea typeface="DejaVu Sans"/>
              </a:rPr>
              <a:t>Kokkos enables the use of multiple execution spaces, facilitating the overlap of GPU computations with MPI communications.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Choice of granularity:</a:t>
            </a:r>
            <a:r>
              <a:rPr b="0" lang="en-US" sz="1400" spc="-1" strike="noStrike">
                <a:solidFill>
                  <a:srgbClr val="000000"/>
                </a:solidFill>
                <a:latin typeface="Times New Roman"/>
                <a:ea typeface="DejaVu Sans"/>
              </a:rPr>
              <a:t>There is a balance to be struck between the number of MPI tasks and the utilization of GPUs. Generally, it is better to have one MPI task per GPU rather than multiple MPI tasks sharing a GPU.</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Portability:</a:t>
            </a:r>
            <a:r>
              <a:rPr b="0" lang="en-US" sz="1400" spc="-1" strike="noStrike">
                <a:solidFill>
                  <a:srgbClr val="000000"/>
                </a:solidFill>
                <a:latin typeface="Times New Roman"/>
                <a:ea typeface="DejaVu Sans"/>
              </a:rPr>
              <a:t>One of the main advantages of Kokkos is the portability of the code. The same code can be compiled for different architectures (CPU, NVIDIA GPU, AMD GPU) without major modifications.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
          <p:cNvSpPr/>
          <p:nvPr/>
        </p:nvSpPr>
        <p:spPr>
          <a:xfrm>
            <a:off x="846360" y="1055520"/>
            <a:ext cx="8369280" cy="385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Programming complexity:</a:t>
            </a:r>
            <a:r>
              <a:rPr b="0" lang="en-US" sz="1300" spc="-1" strike="noStrike">
                <a:solidFill>
                  <a:srgbClr val="000000"/>
                </a:solidFill>
                <a:latin typeface="Times New Roman"/>
                <a:ea typeface="DejaVu Sans"/>
              </a:rPr>
              <a:t>Using MPI, Kokkos, and GPUs together can increase code complexity. It is recommended to take a phased approach, starting with the GPU implementation before adding MPI.</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Memory management:</a:t>
            </a:r>
            <a:r>
              <a:rPr b="0" lang="en-US" sz="1300" spc="-1" strike="noStrike">
                <a:solidFill>
                  <a:srgbClr val="000000"/>
                </a:solidFill>
                <a:latin typeface="Times New Roman"/>
                <a:ea typeface="DejaVu Sans"/>
              </a:rPr>
              <a:t>Efficient memory management between the CPU and GPU remains a challenge, requiring careful design of data structures and transfers.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Load balancing:</a:t>
            </a:r>
            <a:r>
              <a:rPr b="0" lang="en-US" sz="1300" spc="-1" strike="noStrike">
                <a:solidFill>
                  <a:srgbClr val="000000"/>
                </a:solidFill>
                <a:latin typeface="Times New Roman"/>
                <a:ea typeface="DejaVu Sans"/>
              </a:rPr>
              <a:t>Work balancing between GPUs and MPI nodes should be optimized to maximize overall performance.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struct WorkItem { /* ... */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Kokkos::View&lt;WorkItem*&gt;</a:t>
            </a:r>
            <a:r>
              <a:rPr b="0" lang="en-US" sz="1300" spc="-1" strike="noStrike">
                <a:solidFill>
                  <a:srgbClr val="000000"/>
                </a:solidFill>
                <a:latin typeface="Times New Roman"/>
                <a:ea typeface="DejaVu Sans"/>
              </a:rPr>
              <a:t>work_queue("work_queue", total_work);</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while (!work_queue.empty())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int chunk_size = adaptive_chunk_size();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(chunk_size, KOKKOS_LAMBDA(const 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process_work_item(work_queue[i]);</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update_work_distribution(MPI_COMM_WORLD);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p:txBody>
      </p:sp>
      <p:sp>
        <p:nvSpPr>
          <p:cNvPr id="194" name="PlaceHolder 20"/>
          <p:cNvSpPr/>
          <p:nvPr/>
        </p:nvSpPr>
        <p:spPr>
          <a:xfrm>
            <a:off x="25920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The Challenges</a:t>
            </a:r>
            <a:endParaRPr b="0" lang="en-US" sz="2000" spc="-1" strike="noStrike">
              <a:solidFill>
                <a:srgbClr val="000000"/>
              </a:solidFill>
              <a:latin typeface="Arial"/>
            </a:endParaRPr>
          </a:p>
        </p:txBody>
      </p:sp>
      <p:pic>
        <p:nvPicPr>
          <p:cNvPr id="195" name="Section-Cubes- 10"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21"/>
          <p:cNvSpPr/>
          <p:nvPr/>
        </p:nvSpPr>
        <p:spPr>
          <a:xfrm>
            <a:off x="26316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a:t>
            </a:r>
            <a:r>
              <a:rPr b="1" lang="en-US" sz="2000" spc="-1" strike="noStrike">
                <a:solidFill>
                  <a:srgbClr val="000000"/>
                </a:solidFill>
                <a:latin typeface="Arial"/>
                <a:ea typeface="DejaVu Sans"/>
              </a:rPr>
              <a:t>: The Challenges</a:t>
            </a:r>
            <a:endParaRPr b="0" lang="en-US" sz="2000" spc="-1" strike="noStrike">
              <a:solidFill>
                <a:srgbClr val="000000"/>
              </a:solidFill>
              <a:latin typeface="Arial"/>
            </a:endParaRPr>
          </a:p>
        </p:txBody>
      </p:sp>
      <p:sp>
        <p:nvSpPr>
          <p:cNvPr id="197" name=""/>
          <p:cNvSpPr/>
          <p:nvPr/>
        </p:nvSpPr>
        <p:spPr>
          <a:xfrm>
            <a:off x="641880" y="1027440"/>
            <a:ext cx="8836920" cy="3817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Advanced Performance Portability:</a:t>
            </a:r>
            <a:r>
              <a:rPr b="0" lang="en-US" sz="1300" spc="-1" strike="noStrike">
                <a:solidFill>
                  <a:srgbClr val="000000"/>
                </a:solidFill>
                <a:latin typeface="Times New Roman"/>
                <a:ea typeface="DejaVu Sans"/>
              </a:rPr>
              <a:t>Using adaptive execution policies: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auto policy = Kokkos::AUTO;</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if (Kokkos::DefaultExecutionSpace::concurrency() &gt; threshold)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policy = Kokkos::TeamPolicy&lt;&gt;(N, Kokkos::AUTO);</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else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policy = Kokkos::RangePolicy&lt;&gt;(0, 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Kokkos::parallel_for(policy, kernel);</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Advanced memory management: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Using Kokkos unified memory for heterogeneous systems: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Kokkos::View&lt;double*, Kokkos::CudaUVMSpace&gt;</a:t>
            </a:r>
            <a:r>
              <a:rPr b="0" lang="en-US" sz="1300" spc="-1" strike="noStrike">
                <a:solidFill>
                  <a:srgbClr val="000000"/>
                </a:solidFill>
                <a:latin typeface="Times New Roman"/>
                <a:ea typeface="DejaVu Sans"/>
              </a:rPr>
              <a:t>unified_data("unified_data", 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i="1" lang="en-US" sz="1300" spc="-1" strike="noStrike">
                <a:solidFill>
                  <a:srgbClr val="ff3838"/>
                </a:solidFill>
                <a:latin typeface="Times New Roman"/>
                <a:ea typeface="DejaVu Sans"/>
              </a:rPr>
              <a:t>// Efficiently accessible from CPU and GPU</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Challenge: Managing implicit memory migrations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Solution: Explicitly prefetch data to the correct device</a:t>
            </a:r>
            <a:endParaRPr b="0" lang="en-US" sz="1300" spc="-1" strike="noStrike">
              <a:solidFill>
                <a:srgbClr val="000000"/>
              </a:solidFill>
              <a:latin typeface="Arial"/>
            </a:endParaRPr>
          </a:p>
        </p:txBody>
      </p:sp>
      <p:pic>
        <p:nvPicPr>
          <p:cNvPr id="198" name="Section-Cubes- 11"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23"/>
          <p:cNvSpPr/>
          <p:nvPr/>
        </p:nvSpPr>
        <p:spPr>
          <a:xfrm>
            <a:off x="259200" y="222480"/>
            <a:ext cx="7282800" cy="464040"/>
          </a:xfrm>
          <a:prstGeom prst="rect">
            <a:avLst/>
          </a:prstGeom>
          <a:noFill/>
          <a:ln w="0">
            <a:noFill/>
          </a:ln>
        </p:spPr>
        <p:style>
          <a:lnRef idx="0"/>
          <a:fillRef idx="0"/>
          <a:effectRef idx="0"/>
          <a:fontRef idx="minor"/>
        </p:style>
        <p:txBody>
          <a:bodyPr lIns="0" rIns="0" tIns="13320" bIns="0" anchor="t">
            <a:noAutofit/>
          </a:bodyPr>
          <a:p>
            <a:pPr>
              <a:lnSpc>
                <a:spcPct val="100000"/>
              </a:lnSpc>
              <a:tabLst>
                <a:tab algn="l" pos="0"/>
              </a:tabLst>
            </a:pPr>
            <a:r>
              <a:rPr b="1" lang="en-US" sz="2000" spc="-12" strike="noStrike">
                <a:solidFill>
                  <a:srgbClr val="050505"/>
                </a:solidFill>
                <a:latin typeface="Arial"/>
                <a:ea typeface="DejaVu Sans"/>
              </a:rPr>
              <a:t>Kokkos </a:t>
            </a:r>
            <a:r>
              <a:rPr b="1" lang="en-US" sz="2000" spc="-1" strike="noStrike">
                <a:solidFill>
                  <a:srgbClr val="000000"/>
                </a:solidFill>
                <a:latin typeface="Arial"/>
                <a:ea typeface="DejaVu Sans"/>
              </a:rPr>
              <a:t>MPI : The Challenges</a:t>
            </a:r>
            <a:endParaRPr b="0" lang="en-US" sz="2000" spc="-1" strike="noStrike">
              <a:solidFill>
                <a:srgbClr val="000000"/>
              </a:solidFill>
              <a:latin typeface="Arial"/>
            </a:endParaRPr>
          </a:p>
        </p:txBody>
      </p:sp>
      <p:sp>
        <p:nvSpPr>
          <p:cNvPr id="200" name=""/>
          <p:cNvSpPr/>
          <p:nvPr/>
        </p:nvSpPr>
        <p:spPr>
          <a:xfrm>
            <a:off x="677880" y="1054800"/>
            <a:ext cx="8947800" cy="3898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Advanced multi-level parallelism:</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(Kokkos::TeamPolicy&lt;&gt;(N, Kokkos::AUTO), KOKKOS_LAMBDA(const member_type&amp; team_member)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const int league_rank = team_member.league_rank();</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const int team_size = team_member.team_size();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const int team_rank = team_member.team_rank();</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(Kokkos::TeamThreadRange(team_member, M), [&amp;](const int&amp;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(Kokkos::ThreadVectorRange(team_member, K), [&amp;](const int&amp; j)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i="1" lang="en-US" sz="1300" spc="-1" strike="noStrike">
                <a:solidFill>
                  <a:srgbClr val="ff3838"/>
                </a:solidFill>
                <a:latin typeface="Times New Roman"/>
                <a:ea typeface="DejaVu Sans"/>
              </a:rPr>
              <a:t> </a:t>
            </a:r>
            <a:r>
              <a:rPr b="0" i="1" lang="en-US" sz="1300" spc="-1" strike="noStrike">
                <a:solidFill>
                  <a:srgbClr val="ff3838"/>
                </a:solidFill>
                <a:latin typeface="Times New Roman"/>
                <a:ea typeface="DejaVu Sans"/>
              </a:rPr>
              <a:t>// Vector work</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Resilience and fault tolerance: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Challenge: Managing hardware failures at exascale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Approach: Integrating checkpoint mechanisms with Kokkos and MPI</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p:txBody>
      </p:sp>
      <p:pic>
        <p:nvPicPr>
          <p:cNvPr id="201" name="Section-Cubes- 12"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
          <p:cNvSpPr/>
          <p:nvPr/>
        </p:nvSpPr>
        <p:spPr>
          <a:xfrm>
            <a:off x="2160000" y="2520000"/>
            <a:ext cx="6466680" cy="1415880"/>
          </a:xfrm>
          <a:prstGeom prst="rect">
            <a:avLst/>
          </a:prstGeom>
          <a:noFill/>
          <a:ln w="10800">
            <a:noFill/>
          </a:ln>
        </p:spPr>
        <p:style>
          <a:lnRef idx="0"/>
          <a:fillRef idx="0"/>
          <a:effectRef idx="0"/>
          <a:fontRef idx="minor"/>
        </p:style>
        <p:txBody>
          <a:bodyPr lIns="90000" rIns="90000" tIns="45000" bIns="45000" anchor="ctr">
            <a:noAutofit/>
          </a:bodyPr>
          <a:p>
            <a:pPr algn="ctr">
              <a:lnSpc>
                <a:spcPct val="130000"/>
              </a:lnSpc>
              <a:spcBef>
                <a:spcPts val="479"/>
              </a:spcBef>
              <a:tabLst>
                <a:tab algn="l" pos="0"/>
              </a:tabLst>
            </a:pPr>
            <a:r>
              <a:rPr b="1" lang="en-US" sz="2200" spc="-12" strike="noStrike">
                <a:solidFill>
                  <a:srgbClr val="f10d0c"/>
                </a:solidFill>
                <a:latin typeface="Arial"/>
                <a:ea typeface="DejaVu Sans"/>
              </a:rPr>
              <a:t>K</a:t>
            </a:r>
            <a:r>
              <a:rPr b="1" lang="en-US" sz="2200" spc="-12" strike="noStrike">
                <a:solidFill>
                  <a:srgbClr val="000000"/>
                </a:solidFill>
                <a:latin typeface="Arial"/>
                <a:ea typeface="DejaVu Sans"/>
              </a:rPr>
              <a:t>okkos </a:t>
            </a:r>
            <a:r>
              <a:rPr b="1" lang="en-US" sz="2200" spc="-12" strike="noStrike">
                <a:solidFill>
                  <a:srgbClr val="f10d0c"/>
                </a:solidFill>
                <a:latin typeface="Arial"/>
                <a:ea typeface="DejaVu Sans"/>
              </a:rPr>
              <a:t>P</a:t>
            </a:r>
            <a:r>
              <a:rPr b="1" lang="en-US" sz="2200" spc="-12" strike="noStrike">
                <a:solidFill>
                  <a:srgbClr val="000000"/>
                </a:solidFill>
                <a:latin typeface="Arial"/>
                <a:ea typeface="DejaVu Sans"/>
              </a:rPr>
              <a:t>GAS</a:t>
            </a:r>
            <a:endParaRPr b="0" lang="en-US" sz="2200" spc="-1" strike="noStrike">
              <a:solidFill>
                <a:srgbClr val="000000"/>
              </a:solidFill>
              <a:latin typeface="Arial"/>
            </a:endParaRPr>
          </a:p>
          <a:p>
            <a:pPr algn="ctr">
              <a:lnSpc>
                <a:spcPct val="130000"/>
              </a:lnSpc>
              <a:spcBef>
                <a:spcPts val="479"/>
              </a:spcBef>
              <a:tabLst>
                <a:tab algn="l" pos="0"/>
              </a:tabLst>
            </a:pPr>
            <a:r>
              <a:rPr b="1" lang="en-US" sz="2200" spc="-12" strike="noStrike">
                <a:solidFill>
                  <a:srgbClr val="000000"/>
                </a:solidFill>
                <a:latin typeface="Arial"/>
                <a:ea typeface="DejaVu Sans"/>
              </a:rPr>
              <a:t>(</a:t>
            </a:r>
            <a:r>
              <a:rPr b="1" lang="en-US" sz="2200" spc="-12" strike="noStrike">
                <a:solidFill>
                  <a:srgbClr val="f10d0c"/>
                </a:solidFill>
                <a:latin typeface="Arial"/>
                <a:ea typeface="DejaVu Sans"/>
              </a:rPr>
              <a:t>P</a:t>
            </a:r>
            <a:r>
              <a:rPr b="1" lang="en-US" sz="2200" spc="-12" strike="noStrike">
                <a:solidFill>
                  <a:srgbClr val="000000"/>
                </a:solidFill>
                <a:latin typeface="Arial"/>
                <a:ea typeface="DejaVu Sans"/>
              </a:rPr>
              <a:t>artitioned </a:t>
            </a:r>
            <a:r>
              <a:rPr b="1" lang="en-US" sz="2200" spc="-12" strike="noStrike">
                <a:solidFill>
                  <a:srgbClr val="f10d0c"/>
                </a:solidFill>
                <a:latin typeface="Arial"/>
                <a:ea typeface="DejaVu Sans"/>
              </a:rPr>
              <a:t>G</a:t>
            </a:r>
            <a:r>
              <a:rPr b="1" lang="en-US" sz="2200" spc="-12" strike="noStrike">
                <a:solidFill>
                  <a:srgbClr val="000000"/>
                </a:solidFill>
                <a:latin typeface="Arial"/>
                <a:ea typeface="DejaVu Sans"/>
              </a:rPr>
              <a:t>lobal </a:t>
            </a:r>
            <a:endParaRPr b="0" lang="en-US" sz="2200" spc="-1" strike="noStrike">
              <a:solidFill>
                <a:srgbClr val="000000"/>
              </a:solidFill>
              <a:latin typeface="Arial"/>
            </a:endParaRPr>
          </a:p>
          <a:p>
            <a:pPr algn="ctr">
              <a:lnSpc>
                <a:spcPct val="130000"/>
              </a:lnSpc>
              <a:spcBef>
                <a:spcPts val="479"/>
              </a:spcBef>
              <a:tabLst>
                <a:tab algn="l" pos="0"/>
              </a:tabLst>
            </a:pPr>
            <a:r>
              <a:rPr b="1" lang="en-US" sz="2200" spc="-12" strike="noStrike">
                <a:solidFill>
                  <a:srgbClr val="f10d0c"/>
                </a:solidFill>
                <a:latin typeface="Arial"/>
                <a:ea typeface="DejaVu Sans"/>
              </a:rPr>
              <a:t>A</a:t>
            </a:r>
            <a:r>
              <a:rPr b="1" lang="en-US" sz="2200" spc="-12" strike="noStrike">
                <a:solidFill>
                  <a:srgbClr val="000000"/>
                </a:solidFill>
                <a:latin typeface="Arial"/>
                <a:ea typeface="DejaVu Sans"/>
              </a:rPr>
              <a:t>ddress </a:t>
            </a:r>
            <a:r>
              <a:rPr b="1" lang="en-US" sz="2200" spc="-12" strike="noStrike">
                <a:solidFill>
                  <a:srgbClr val="f10d0c"/>
                </a:solidFill>
                <a:latin typeface="Arial"/>
                <a:ea typeface="DejaVu Sans"/>
              </a:rPr>
              <a:t>S</a:t>
            </a:r>
            <a:r>
              <a:rPr b="1" lang="en-US" sz="2200" spc="-12" strike="noStrike">
                <a:solidFill>
                  <a:srgbClr val="000000"/>
                </a:solidFill>
                <a:latin typeface="Arial"/>
                <a:ea typeface="DejaVu Sans"/>
              </a:rPr>
              <a:t>pace)</a:t>
            </a:r>
            <a:endParaRPr b="0" lang="en-US" sz="2200" spc="-1" strike="noStrike">
              <a:solidFill>
                <a:srgbClr val="000000"/>
              </a:solidFill>
              <a:latin typeface="Arial"/>
            </a:endParaRPr>
          </a:p>
          <a:p>
            <a:pPr algn="ctr">
              <a:lnSpc>
                <a:spcPct val="100000"/>
              </a:lnSpc>
              <a:tabLst>
                <a:tab algn="l" pos="0"/>
              </a:tabLst>
            </a:pPr>
            <a:endParaRPr b="0" lang="en-US" sz="2000" spc="-1" strike="noStrike">
              <a:solidFill>
                <a:srgbClr val="000000"/>
              </a:solidFill>
              <a:latin typeface="Arial"/>
            </a:endParaRPr>
          </a:p>
        </p:txBody>
      </p:sp>
      <p:pic>
        <p:nvPicPr>
          <p:cNvPr id="203" name="" descr=""/>
          <p:cNvPicPr/>
          <p:nvPr/>
        </p:nvPicPr>
        <p:blipFill>
          <a:blip r:embed="rId1"/>
          <a:stretch/>
        </p:blipFill>
        <p:spPr>
          <a:xfrm>
            <a:off x="2052000" y="2484720"/>
            <a:ext cx="1412640" cy="1396440"/>
          </a:xfrm>
          <a:prstGeom prst="rect">
            <a:avLst/>
          </a:prstGeom>
          <a:ln w="0">
            <a:noFill/>
          </a:ln>
          <a:effectLst>
            <a:outerShdw blurRad="0" dir="2700000" dist="101823" rotWithShape="0">
              <a:srgbClr val="bababa"/>
            </a:outerShdw>
          </a:effectLst>
        </p:spPr>
      </p:pic>
      <p:pic>
        <p:nvPicPr>
          <p:cNvPr id="204" name="" descr=""/>
          <p:cNvPicPr/>
          <p:nvPr/>
        </p:nvPicPr>
        <p:blipFill>
          <a:blip r:embed="rId2"/>
          <a:stretch/>
        </p:blipFill>
        <p:spPr>
          <a:xfrm>
            <a:off x="7505280" y="2509200"/>
            <a:ext cx="1163880" cy="1114560"/>
          </a:xfrm>
          <a:prstGeom prst="rect">
            <a:avLst/>
          </a:prstGeom>
          <a:ln w="0">
            <a:noFill/>
          </a:ln>
        </p:spPr>
      </p:pic>
      <p:pic>
        <p:nvPicPr>
          <p:cNvPr id="205" name="Cycles- 3" descr=""/>
          <p:cNvPicPr/>
          <p:nvPr/>
        </p:nvPicPr>
        <p:blipFill>
          <a:blip r:embed="rId3"/>
          <a:stretch/>
        </p:blipFill>
        <p:spPr>
          <a:xfrm>
            <a:off x="7243200" y="2193120"/>
            <a:ext cx="1709640" cy="16837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
          <p:cNvSpPr/>
          <p:nvPr/>
        </p:nvSpPr>
        <p:spPr>
          <a:xfrm>
            <a:off x="278280" y="214560"/>
            <a:ext cx="9543600" cy="65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Kokkos PGAS (Partitioned Global Address Space): Concept</a:t>
            </a:r>
            <a:endParaRPr b="0" lang="en-US" sz="2000" spc="-1" strike="noStrike">
              <a:solidFill>
                <a:srgbClr val="000000"/>
              </a:solidFill>
              <a:latin typeface="Arial"/>
            </a:endParaRPr>
          </a:p>
        </p:txBody>
      </p:sp>
      <p:sp>
        <p:nvSpPr>
          <p:cNvPr id="207" name=""/>
          <p:cNvSpPr/>
          <p:nvPr/>
        </p:nvSpPr>
        <p:spPr>
          <a:xfrm>
            <a:off x="278280" y="870840"/>
            <a:ext cx="9478800" cy="4412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PGAS Concept:</a:t>
            </a:r>
            <a:r>
              <a:rPr b="0" lang="en-US" sz="1300" spc="-1" strike="noStrike">
                <a:solidFill>
                  <a:srgbClr val="000000"/>
                </a:solidFill>
                <a:latin typeface="Times New Roman"/>
                <a:ea typeface="DejaVu Sans"/>
              </a:rPr>
              <a:t>The Partitioned Global Address Space (PGAS) model is a parallel programming paradigm that combines the advantages of shared memory and distributed memory. In this model:</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1. The global address space is logically partitioned.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2. Each partition is associated with a specific process or thread.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3. Processes can access local memory faster than remote memory.</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 PGAS:</a:t>
            </a:r>
            <a:r>
              <a:rPr b="0" lang="en-US" sz="1300" spc="-1" strike="noStrike">
                <a:solidFill>
                  <a:srgbClr val="000000"/>
                </a:solidFill>
                <a:latin typeface="Times New Roman"/>
                <a:ea typeface="DejaVu Sans"/>
              </a:rPr>
              <a:t>extends this concept by integrating it into the Kokkos ecosystem:</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1. High-level abstraction: Allows multi-GPU and multi-node programming without explicitly handling communications.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2. Compatibility: Integrates with existing Kokkos abstractions (Views, runspaces, etc.).</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3. Performance: Aims to deliver hardware-like performance while simplifying programming.</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4. Portability: Works on different architectures (CPU, GPU) and with different backends (SHMEM, NVSHMEM, MPI One-sided).</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Key components of Kokkos PGAS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1. DefaultRemoteMemorySpace: New memory space for remote access.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2. PartitionedLayout: Specific layout for distributed data.</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3. RemoteSpaces: Execution spaces for operations on remote memory.</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4. Extended API: New functions to manage distributed memory (get_local_range, get_range, etc.)</a:t>
            </a:r>
            <a:r>
              <a:rPr b="0" lang="en-US" sz="1400" spc="-1" strike="noStrike">
                <a:solidFill>
                  <a:srgbClr val="000000"/>
                </a:solidFill>
                <a:latin typeface="Times New Roman"/>
                <a:ea typeface="DejaVu Sans"/>
              </a:rPr>
              <a: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p:nvPr/>
        </p:nvSpPr>
        <p:spPr>
          <a:xfrm>
            <a:off x="278280" y="214560"/>
            <a:ext cx="6221520" cy="372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Kokkos MPI vs PGAS</a:t>
            </a:r>
            <a:endParaRPr b="0" lang="en-US" sz="2000" spc="-1" strike="noStrike">
              <a:solidFill>
                <a:srgbClr val="000000"/>
              </a:solidFill>
              <a:latin typeface="Arial"/>
            </a:endParaRPr>
          </a:p>
        </p:txBody>
      </p:sp>
      <p:sp>
        <p:nvSpPr>
          <p:cNvPr id="209" name=""/>
          <p:cNvSpPr/>
          <p:nvPr/>
        </p:nvSpPr>
        <p:spPr>
          <a:xfrm>
            <a:off x="1011960" y="1312920"/>
            <a:ext cx="8016120" cy="2840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Times New Roman"/>
                <a:ea typeface="DejaVu Sans"/>
              </a:rPr>
              <a:t>In terms of performance under Kokkos C++, the choice between MPI and PGAS depends on the specific application context and the target hardware architecture. Here are the key points to consider: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MPI</a:t>
            </a:r>
            <a:r>
              <a:rPr b="0" lang="en-US" sz="1400" spc="-1" strike="noStrike">
                <a:solidFill>
                  <a:srgbClr val="000000"/>
                </a:solidFill>
                <a:latin typeface="Times New Roman"/>
                <a:ea typeface="DejaVu Sans"/>
              </a:rPr>
              <a:t>is generally more mature and widely used for distributed programming. It offers good performance for two-sided communications and is well optimized on many platforms.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Times New Roman"/>
                <a:ea typeface="DejaVu Sans"/>
              </a:rPr>
              <a:t>PGAS</a:t>
            </a:r>
            <a:r>
              <a:rPr b="0" lang="en-US" sz="1400" spc="-1" strike="noStrike">
                <a:solidFill>
                  <a:srgbClr val="000000"/>
                </a:solidFill>
                <a:latin typeface="Times New Roman"/>
                <a:ea typeface="DejaVu Sans"/>
              </a:rPr>
              <a:t>, on the other hand, can offer performance benefits for certain use cases: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0" lang="en-US" sz="1400" spc="-1" strike="noStrike">
                <a:solidFill>
                  <a:srgbClr val="000000"/>
                </a:solidFill>
                <a:latin typeface="Times New Roman"/>
                <a:ea typeface="DejaVu Sans"/>
              </a:rPr>
              <a:t>It better exploits data locality, which can improve efficiency and scalability compared to traditional shared memory approaches.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marL="360000" indent="-216000">
              <a:lnSpc>
                <a:spcPct val="100000"/>
              </a:lnSpc>
              <a:buClr>
                <a:srgbClr val="000000"/>
              </a:buClr>
              <a:buSzPct val="45000"/>
              <a:buFont typeface="Wingdings" charset="2"/>
              <a:buChar char=""/>
            </a:pPr>
            <a:r>
              <a:rPr b="0" lang="en-US" sz="1400" spc="-1" strike="noStrike">
                <a:solidFill>
                  <a:srgbClr val="000000"/>
                </a:solidFill>
                <a:latin typeface="Times New Roman"/>
                <a:ea typeface="Microsoft YaHei"/>
              </a:rPr>
              <a:t>PGAS enables one-sided communication operations, which can be more efficient in some scenarios.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
          <p:cNvSpPr/>
          <p:nvPr/>
        </p:nvSpPr>
        <p:spPr>
          <a:xfrm>
            <a:off x="2171880" y="2484720"/>
            <a:ext cx="6466680" cy="1415880"/>
          </a:xfrm>
          <a:prstGeom prst="rect">
            <a:avLst/>
          </a:prstGeom>
          <a:noFill/>
          <a:ln w="10800">
            <a:noFill/>
          </a:ln>
        </p:spPr>
        <p:style>
          <a:lnRef idx="0"/>
          <a:fillRef idx="0"/>
          <a:effectRef idx="0"/>
          <a:fontRef idx="minor"/>
        </p:style>
        <p:txBody>
          <a:bodyPr lIns="90000" rIns="90000" tIns="45000" bIns="45000" anchor="ctr">
            <a:noAutofit/>
          </a:bodyPr>
          <a:p>
            <a:pPr algn="ctr">
              <a:lnSpc>
                <a:spcPct val="130000"/>
              </a:lnSpc>
              <a:spcBef>
                <a:spcPts val="479"/>
              </a:spcBef>
              <a:tabLst>
                <a:tab algn="l" pos="0"/>
              </a:tabLst>
            </a:pPr>
            <a:r>
              <a:rPr b="1" lang="en-US" sz="2200" spc="-12" strike="noStrike">
                <a:solidFill>
                  <a:srgbClr val="f10d0c"/>
                </a:solidFill>
                <a:latin typeface="Arial"/>
                <a:ea typeface="DejaVu Sans"/>
              </a:rPr>
              <a:t>K</a:t>
            </a:r>
            <a:r>
              <a:rPr b="1" lang="en-US" sz="2200" spc="-12" strike="noStrike">
                <a:solidFill>
                  <a:srgbClr val="000000"/>
                </a:solidFill>
                <a:latin typeface="Arial"/>
                <a:ea typeface="DejaVu Sans"/>
              </a:rPr>
              <a:t>okkos </a:t>
            </a:r>
            <a:r>
              <a:rPr b="1" lang="en-US" sz="2200" spc="-12" strike="noStrike">
                <a:solidFill>
                  <a:srgbClr val="f10d0c"/>
                </a:solidFill>
                <a:latin typeface="Arial"/>
                <a:ea typeface="DejaVu Sans"/>
              </a:rPr>
              <a:t>T</a:t>
            </a:r>
            <a:r>
              <a:rPr b="1" lang="en-US" sz="2200" spc="-12" strike="noStrike">
                <a:solidFill>
                  <a:srgbClr val="000000"/>
                </a:solidFill>
                <a:latin typeface="Arial"/>
                <a:ea typeface="DejaVu Sans"/>
              </a:rPr>
              <a:t>asking, </a:t>
            </a:r>
            <a:r>
              <a:rPr b="1" lang="en-US" sz="2200" spc="-12" strike="noStrike">
                <a:solidFill>
                  <a:srgbClr val="f10d0c"/>
                </a:solidFill>
                <a:latin typeface="Arial"/>
                <a:ea typeface="DejaVu Sans"/>
              </a:rPr>
              <a:t>S</a:t>
            </a:r>
            <a:r>
              <a:rPr b="1" lang="en-US" sz="2200" spc="-12" strike="noStrike">
                <a:solidFill>
                  <a:srgbClr val="000000"/>
                </a:solidFill>
                <a:latin typeface="Arial"/>
                <a:ea typeface="DejaVu Sans"/>
              </a:rPr>
              <a:t>treams </a:t>
            </a:r>
            <a:endParaRPr b="0" lang="en-US" sz="2200" spc="-1" strike="noStrike">
              <a:solidFill>
                <a:srgbClr val="000000"/>
              </a:solidFill>
              <a:latin typeface="Arial"/>
            </a:endParaRPr>
          </a:p>
          <a:p>
            <a:pPr algn="ctr">
              <a:lnSpc>
                <a:spcPct val="130000"/>
              </a:lnSpc>
              <a:spcBef>
                <a:spcPts val="479"/>
              </a:spcBef>
              <a:tabLst>
                <a:tab algn="l" pos="0"/>
              </a:tabLst>
            </a:pPr>
            <a:r>
              <a:rPr b="1" lang="en-US" sz="2200" spc="-12" strike="noStrike">
                <a:solidFill>
                  <a:srgbClr val="000000"/>
                </a:solidFill>
                <a:latin typeface="Arial"/>
                <a:ea typeface="DejaVu Sans"/>
              </a:rPr>
              <a:t>and </a:t>
            </a:r>
            <a:r>
              <a:rPr b="1" lang="en-US" sz="2200" spc="-12" strike="noStrike">
                <a:solidFill>
                  <a:srgbClr val="f10d0c"/>
                </a:solidFill>
                <a:latin typeface="Arial"/>
                <a:ea typeface="DejaVu Sans"/>
              </a:rPr>
              <a:t>S</a:t>
            </a:r>
            <a:r>
              <a:rPr b="1" lang="en-US" sz="2200" spc="-12" strike="noStrike">
                <a:solidFill>
                  <a:srgbClr val="000000"/>
                </a:solidFill>
                <a:latin typeface="Arial"/>
                <a:ea typeface="DejaVu Sans"/>
              </a:rPr>
              <a:t>IMD</a:t>
            </a:r>
            <a:endParaRPr b="0" lang="en-US" sz="2200" spc="-1" strike="noStrike">
              <a:solidFill>
                <a:srgbClr val="000000"/>
              </a:solidFill>
              <a:latin typeface="Arial"/>
            </a:endParaRPr>
          </a:p>
        </p:txBody>
      </p:sp>
      <p:pic>
        <p:nvPicPr>
          <p:cNvPr id="211" name="" descr=""/>
          <p:cNvPicPr/>
          <p:nvPr/>
        </p:nvPicPr>
        <p:blipFill>
          <a:blip r:embed="rId1"/>
          <a:stretch/>
        </p:blipFill>
        <p:spPr>
          <a:xfrm>
            <a:off x="2052000" y="2484720"/>
            <a:ext cx="1412640" cy="1396440"/>
          </a:xfrm>
          <a:prstGeom prst="rect">
            <a:avLst/>
          </a:prstGeom>
          <a:ln w="0">
            <a:noFill/>
          </a:ln>
          <a:effectLst>
            <a:outerShdw blurRad="0" dir="2700000" dist="101823" rotWithShape="0">
              <a:srgbClr val="bababa"/>
            </a:outerShdw>
          </a:effectLst>
        </p:spPr>
      </p:pic>
      <p:pic>
        <p:nvPicPr>
          <p:cNvPr id="212" name="" descr=""/>
          <p:cNvPicPr/>
          <p:nvPr/>
        </p:nvPicPr>
        <p:blipFill>
          <a:blip r:embed="rId2"/>
          <a:stretch/>
        </p:blipFill>
        <p:spPr>
          <a:xfrm>
            <a:off x="7505280" y="2509200"/>
            <a:ext cx="1163880" cy="1114560"/>
          </a:xfrm>
          <a:prstGeom prst="rect">
            <a:avLst/>
          </a:prstGeom>
          <a:ln w="0">
            <a:noFill/>
          </a:ln>
        </p:spPr>
      </p:pic>
      <p:pic>
        <p:nvPicPr>
          <p:cNvPr id="213" name="Cycles- 6" descr=""/>
          <p:cNvPicPr/>
          <p:nvPr/>
        </p:nvPicPr>
        <p:blipFill>
          <a:blip r:embed="rId3"/>
          <a:stretch/>
        </p:blipFill>
        <p:spPr>
          <a:xfrm>
            <a:off x="7243200" y="2193120"/>
            <a:ext cx="1709640" cy="16837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
          <p:cNvSpPr/>
          <p:nvPr/>
        </p:nvSpPr>
        <p:spPr>
          <a:xfrm>
            <a:off x="1800000" y="1048320"/>
            <a:ext cx="6299640" cy="3684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Tasking</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Management of asynchronous tasks and dependencies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Allows the expression of complex task graphs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Streams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Concurrent execution of independent kernels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Optimizes the use of hardware resources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SIMD (Single Instruction Multiple Data)</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Portable primitive for explicit vectorization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Works on CPU and GPU without performance loss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DejaVu Sans"/>
              </a:rPr>
              <a:t>Benefits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Increased portability between heterogeneous architectures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Performance optimization via explicit vectorization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Flexibility in the expression of parallelism</a:t>
            </a:r>
            <a:endParaRPr b="0" lang="en-US" sz="1400" spc="-1" strike="noStrike">
              <a:solidFill>
                <a:srgbClr val="000000"/>
              </a:solidFill>
              <a:latin typeface="Arial"/>
            </a:endParaRPr>
          </a:p>
        </p:txBody>
      </p:sp>
      <p:sp>
        <p:nvSpPr>
          <p:cNvPr id="215" name=""/>
          <p:cNvSpPr/>
          <p:nvPr/>
        </p:nvSpPr>
        <p:spPr>
          <a:xfrm>
            <a:off x="146160" y="180000"/>
            <a:ext cx="9212400" cy="43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Kokkos Tasking, Streams, and SIMD (Single Instruction Multiple Data)</a:t>
            </a:r>
            <a:endParaRPr b="1"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
          <p:cNvSpPr/>
          <p:nvPr/>
        </p:nvSpPr>
        <p:spPr>
          <a:xfrm>
            <a:off x="146160" y="180000"/>
            <a:ext cx="9212400" cy="43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Kokkos Tasking, Streams, and SIMD (Single Instruction Multiple Data)</a:t>
            </a:r>
            <a:endParaRPr b="1" lang="en-US" sz="2000" spc="-1" strike="noStrike">
              <a:solidFill>
                <a:srgbClr val="000000"/>
              </a:solidFill>
              <a:latin typeface="Arial"/>
            </a:endParaRPr>
          </a:p>
        </p:txBody>
      </p:sp>
      <p:sp>
        <p:nvSpPr>
          <p:cNvPr id="217" name=""/>
          <p:cNvSpPr/>
          <p:nvPr/>
        </p:nvSpPr>
        <p:spPr>
          <a:xfrm>
            <a:off x="237960" y="738000"/>
            <a:ext cx="5167800" cy="2529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Using Tasking:</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Kokkos::TaskScheduler</a:t>
            </a:r>
            <a:r>
              <a:rPr b="0" lang="en-US" sz="1300" spc="-1" strike="noStrike">
                <a:solidFill>
                  <a:srgbClr val="000000"/>
                </a:solidFill>
                <a:latin typeface="Times New Roman"/>
                <a:ea typeface="DejaVu Sans"/>
              </a:rPr>
              <a:t>&lt;&gt; scheduler(Kokkos::DefaultExecutionSpace());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task1 = scheduler.create_task([] (const member_type&amp; member) {</a:t>
            </a:r>
            <a:endParaRPr b="0" lang="en-US" sz="1300" spc="-1" strike="noStrike">
              <a:solidFill>
                <a:srgbClr val="000000"/>
              </a:solidFill>
              <a:latin typeface="Arial"/>
            </a:endParaRPr>
          </a:p>
          <a:p>
            <a:pPr>
              <a:lnSpc>
                <a:spcPct val="100000"/>
              </a:lnSpc>
            </a:pPr>
            <a:r>
              <a:rPr b="0" i="1"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Code for task 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task2 = scheduler.create_task([] (const member_type&amp; member) {</a:t>
            </a:r>
            <a:endParaRPr b="0" lang="en-US" sz="1300" spc="-1" strike="noStrike">
              <a:solidFill>
                <a:srgbClr val="000000"/>
              </a:solidFill>
              <a:latin typeface="Arial"/>
            </a:endParaRPr>
          </a:p>
          <a:p>
            <a:pPr>
              <a:lnSpc>
                <a:spcPct val="100000"/>
              </a:lnSpc>
            </a:pPr>
            <a:r>
              <a:rPr b="0" i="1"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Code for task 2</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task2.depend(task1);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scheduler.spawn(task1);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scheduler.spawn(task2);</a:t>
            </a:r>
            <a:endParaRPr b="0" lang="en-US" sz="1300" spc="-1" strike="noStrike">
              <a:solidFill>
                <a:srgbClr val="000000"/>
              </a:solidFill>
              <a:latin typeface="Arial"/>
            </a:endParaRPr>
          </a:p>
        </p:txBody>
      </p:sp>
      <p:sp>
        <p:nvSpPr>
          <p:cNvPr id="218" name=""/>
          <p:cNvSpPr/>
          <p:nvPr/>
        </p:nvSpPr>
        <p:spPr>
          <a:xfrm>
            <a:off x="2201040" y="3202920"/>
            <a:ext cx="7743240" cy="2085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Using Streams:</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Kokkos::Cuda cuda</a:t>
            </a:r>
            <a:r>
              <a:rPr b="0" lang="en-US" sz="1300" spc="-1" strike="noStrike">
                <a:solidFill>
                  <a:srgbClr val="000000"/>
                </a:solidFill>
                <a:latin typeface="Times New Roman"/>
                <a:ea typeface="DejaVu Sans"/>
              </a:rPr>
              <a:t>_space1, cuda_space2;</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(Kokkos::RangePolicy&lt;Kokkos::Cuda&gt;(cuda_space1, 0, N), KOKKOS_LAMBDA(int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i="1"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Kernel 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(Kokkos::RangePolicy&lt;Kokkos::Cuda&gt;(cuda_space2, 0, M), KOKKOS_LAMBDA(int i) {</a:t>
            </a:r>
            <a:endParaRPr b="0" lang="en-US" sz="1300" spc="-1" strike="noStrike">
              <a:solidFill>
                <a:srgbClr val="000000"/>
              </a:solidFill>
              <a:latin typeface="Arial"/>
            </a:endParaRPr>
          </a:p>
          <a:p>
            <a:pPr>
              <a:lnSpc>
                <a:spcPct val="100000"/>
              </a:lnSpc>
            </a:pPr>
            <a:r>
              <a:rPr b="0" i="1"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Kernel 2</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p:nvPr/>
        </p:nvSpPr>
        <p:spPr>
          <a:xfrm>
            <a:off x="146160" y="180000"/>
            <a:ext cx="9212400" cy="43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Kokkos Tasking, Streams, and SIMD (Single Instruction Multiple Data)</a:t>
            </a:r>
            <a:endParaRPr b="1" lang="en-US" sz="2000" spc="-1" strike="noStrike">
              <a:solidFill>
                <a:srgbClr val="000000"/>
              </a:solidFill>
              <a:latin typeface="Arial"/>
            </a:endParaRPr>
          </a:p>
        </p:txBody>
      </p:sp>
      <p:sp>
        <p:nvSpPr>
          <p:cNvPr id="220" name=""/>
          <p:cNvSpPr/>
          <p:nvPr/>
        </p:nvSpPr>
        <p:spPr>
          <a:xfrm>
            <a:off x="95040" y="729360"/>
            <a:ext cx="4778280" cy="4487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300" spc="-1" strike="noStrike">
                <a:solidFill>
                  <a:srgbClr val="000000"/>
                </a:solidFill>
                <a:latin typeface="Times New Roman"/>
                <a:ea typeface="DejaVu Sans"/>
              </a:rPr>
              <a:t>Advanced use of Tasking:</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Kokkos::TaskScheduler&lt;Kokkos::DefaultExecutionSpace&gt;</a:t>
            </a:r>
            <a:r>
              <a:rPr b="0" lang="en-US" sz="1300" spc="-1" strike="noStrike">
                <a:solidFill>
                  <a:srgbClr val="000000"/>
                </a:solidFill>
                <a:latin typeface="Times New Roman"/>
                <a:ea typeface="DejaVu Sans"/>
              </a:rPr>
              <a:t>scheduler(Kokkos::DefaultExecutionSpace());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Creating a task with dependencies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task1 = scheduler.create_task([] (const </a:t>
            </a:r>
            <a:r>
              <a:rPr b="1" lang="en-US" sz="1300" spc="-1" strike="noStrike">
                <a:solidFill>
                  <a:srgbClr val="000000"/>
                </a:solidFill>
                <a:latin typeface="Times New Roman"/>
                <a:ea typeface="DejaVu Sans"/>
              </a:rPr>
              <a:t>Kokkos::TaskScheduler</a:t>
            </a:r>
            <a:r>
              <a:rPr b="0" lang="en-US" sz="1300" spc="-1" strike="noStrike">
                <a:solidFill>
                  <a:srgbClr val="000000"/>
                </a:solidFill>
                <a:latin typeface="Times New Roman"/>
                <a:ea typeface="DejaVu Sans"/>
              </a:rPr>
              <a:t>&lt;&gt;::member_type&amp; member)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Code for task 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return 0; // Return value indicating success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task2 = scheduler.create_task([] (const Kokkos::TaskScheduler&lt;&gt;::member_type&amp; member)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Code for task 2</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return 0;</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task3 = scheduler.create_task([] (const Kokkos::TaskScheduler&lt;&gt;::member_type&amp; member)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 Code for task 3</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return 0;</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800" spc="-1" strike="noStrike">
              <a:solidFill>
                <a:srgbClr val="000000"/>
              </a:solidFill>
              <a:latin typeface="Arial"/>
            </a:endParaRPr>
          </a:p>
          <a:p>
            <a:pPr>
              <a:lnSpc>
                <a:spcPct val="100000"/>
              </a:lnSpc>
            </a:pPr>
            <a:endParaRPr b="0" lang="en-US" sz="800" spc="-1" strike="noStrike">
              <a:solidFill>
                <a:srgbClr val="000000"/>
              </a:solidFill>
              <a:latin typeface="Arial"/>
            </a:endParaRPr>
          </a:p>
        </p:txBody>
      </p:sp>
      <p:sp>
        <p:nvSpPr>
          <p:cNvPr id="221" name=""/>
          <p:cNvSpPr/>
          <p:nvPr/>
        </p:nvSpPr>
        <p:spPr>
          <a:xfrm>
            <a:off x="4960440" y="738720"/>
            <a:ext cx="4778280" cy="420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i="1" lang="en-US" sz="1300" spc="-1" strike="noStrike">
                <a:solidFill>
                  <a:srgbClr val="c9211e"/>
                </a:solidFill>
                <a:latin typeface="Times New Roman"/>
                <a:ea typeface="DejaVu Sans"/>
              </a:rPr>
              <a:t>// Defining dependencies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task3.depend(task1, task2);</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Launching tasks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self future1 = scheduler.spawn(task1);</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future2 = scheduler.spawn(task2);</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auto future3 = scheduler.spawn(task3);</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Wait for all tasks to complete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Kokkos::wait(scheduler);</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Checking the results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if (future3.is_ready())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std::cout &lt;&lt; "All tasks are completed" &lt;&lt; std::endl;</a:t>
            </a:r>
            <a:endParaRPr b="0" lang="en-US" sz="1300" spc="-1" strike="noStrike">
              <a:solidFill>
                <a:srgbClr val="000000"/>
              </a:solidFill>
              <a:latin typeface="Arial"/>
            </a:endParaRPr>
          </a:p>
          <a:p>
            <a:pPr>
              <a:lnSpc>
                <a:spcPct val="100000"/>
              </a:lnSpc>
            </a:pPr>
            <a:r>
              <a:rPr b="0" lang="en-US" sz="800" spc="-1" strike="noStrike">
                <a:solidFill>
                  <a:srgbClr val="000000"/>
                </a:solidFill>
                <a:latin typeface="Times New Roman"/>
                <a:ea typeface="DejaVu Sans"/>
              </a:rPr>
              <a:t>}</a:t>
            </a:r>
            <a:endParaRPr b="0" lang="en-US" sz="800" spc="-1" strike="noStrike">
              <a:solidFill>
                <a:srgbClr val="000000"/>
              </a:solidFill>
              <a:latin typeface="Arial"/>
            </a:endParaRPr>
          </a:p>
        </p:txBody>
      </p:sp>
      <p:pic>
        <p:nvPicPr>
          <p:cNvPr id="222" name="Section-Cubes- 21"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p:nvPr/>
        </p:nvSpPr>
        <p:spPr>
          <a:xfrm>
            <a:off x="323640" y="382680"/>
            <a:ext cx="5976000" cy="470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Advanced use of Streams:</a:t>
            </a:r>
            <a:endParaRPr b="0" lang="en-US" sz="20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Create two separate CUDA runspaces</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Kokkos::Cuda</a:t>
            </a:r>
            <a:r>
              <a:rPr b="0" lang="en-US" sz="1300" spc="-1" strike="noStrike">
                <a:solidFill>
                  <a:srgbClr val="000000"/>
                </a:solidFill>
                <a:latin typeface="Times New Roman"/>
                <a:ea typeface="DejaVu Sans"/>
              </a:rPr>
              <a:t>cuda_space1;</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Kokkos::Cuda</a:t>
            </a:r>
            <a:r>
              <a:rPr b="0" lang="en-US" sz="1300" spc="-1" strike="noStrike">
                <a:solidFill>
                  <a:srgbClr val="000000"/>
                </a:solidFill>
                <a:latin typeface="Times New Roman"/>
                <a:ea typeface="DejaVu Sans"/>
              </a:rPr>
              <a:t>cuda_space2;</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Allocate memory on the device</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 Kokkos::CudaSpace&gt;</a:t>
            </a:r>
            <a:r>
              <a:rPr b="0" lang="en-US" sz="1300" spc="-1" strike="noStrike">
                <a:solidFill>
                  <a:srgbClr val="000000"/>
                </a:solidFill>
                <a:latin typeface="Times New Roman"/>
                <a:ea typeface="DejaVu Sans"/>
              </a:rPr>
              <a:t>d_a("d_a", N);</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 Kokkos::CudaSpace&gt;</a:t>
            </a:r>
            <a:r>
              <a:rPr b="0" lang="en-US" sz="1300" spc="-1" strike="noStrike">
                <a:solidFill>
                  <a:srgbClr val="000000"/>
                </a:solidFill>
                <a:latin typeface="Times New Roman"/>
                <a:ea typeface="DejaVu Sans"/>
              </a:rPr>
              <a:t>d_b("d_b", N);</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Kokkos::View&lt;double*, Kokkos::CudaSpace&gt;</a:t>
            </a:r>
            <a:r>
              <a:rPr b="0" lang="en-US" sz="1300" spc="-1" strike="noStrike">
                <a:solidFill>
                  <a:srgbClr val="000000"/>
                </a:solidFill>
                <a:latin typeface="Times New Roman"/>
                <a:ea typeface="DejaVu Sans"/>
              </a:rPr>
              <a:t>d_c("d_c", N);</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Running kernels on different streams</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(Kokkos::RangePolicy&lt;Kokkos::Cuda&gt;(cuda_space1, 0, 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KOKKOS_LAMBDA(int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d_a(i) = i * 1.0;</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(Kokkos::RangePolicy&lt;Kokkos::Cuda&gt;(cuda_space2, 0, 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KOKKOS_LAMBDA(int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d_b(i) = i * 2.0;</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p:txBody>
      </p:sp>
      <p:sp>
        <p:nvSpPr>
          <p:cNvPr id="224" name=""/>
          <p:cNvSpPr/>
          <p:nvPr/>
        </p:nvSpPr>
        <p:spPr>
          <a:xfrm>
            <a:off x="5760000" y="513720"/>
            <a:ext cx="4129560" cy="4229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800" spc="-1" strike="noStrike">
              <a:solidFill>
                <a:srgbClr val="000000"/>
              </a:solidFill>
              <a:latin typeface="Arial"/>
            </a:endParaRPr>
          </a:p>
          <a:p>
            <a:pPr>
              <a:lnSpc>
                <a:spcPct val="100000"/>
              </a:lnSpc>
            </a:pPr>
            <a:r>
              <a:rPr b="1" lang="en-US" sz="1300" spc="-1" strike="noStrike">
                <a:solidFill>
                  <a:srgbClr val="c9211e"/>
                </a:solidFill>
                <a:latin typeface="Times New Roman"/>
                <a:ea typeface="DejaVu Sans"/>
              </a:rPr>
              <a:t>// Synchronize streams if necessary</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cuda_space1.fence();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cuda_space2.fence();</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lang="en-US" sz="1300" spc="-1" strike="noStrike">
                <a:solidFill>
                  <a:srgbClr val="c9211e"/>
                </a:solidFill>
                <a:latin typeface="Times New Roman"/>
                <a:ea typeface="DejaVu Sans"/>
              </a:rPr>
              <a:t>// Using the results of both streams</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Kokkos::parallel_for(Kokkos::RangePolicy&lt;Kokkos::Cuda&gt;(cuda_space1, 0, 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KOKKOS_LAMBDA(int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d_c(i) = d_a(i) + d_b(i);</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p:txBody>
      </p:sp>
      <p:pic>
        <p:nvPicPr>
          <p:cNvPr id="225" name="Section-Cubes- 22" descr=""/>
          <p:cNvPicPr/>
          <p:nvPr/>
        </p:nvPicPr>
        <p:blipFill>
          <a:blip r:embed="rId1"/>
          <a:stretch/>
        </p:blipFill>
        <p:spPr>
          <a:xfrm>
            <a:off x="8928360" y="4242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
          <p:cNvSpPr/>
          <p:nvPr/>
        </p:nvSpPr>
        <p:spPr>
          <a:xfrm>
            <a:off x="187560" y="229680"/>
            <a:ext cx="5391720" cy="264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000" spc="-1" strike="noStrike">
                <a:solidFill>
                  <a:srgbClr val="000000"/>
                </a:solidFill>
                <a:latin typeface="Arial"/>
                <a:ea typeface="DejaVu Sans"/>
              </a:rPr>
              <a:t>Advanced use of SIMD:</a:t>
            </a:r>
            <a:endParaRPr b="0" lang="en-US" sz="20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#include &lt;Kokkos_SIMD.hpp&gt;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Define a SIMD type for double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using simd_double =</a:t>
            </a:r>
            <a:r>
              <a:rPr b="1" lang="en-US" sz="1300" spc="-1" strike="noStrike">
                <a:solidFill>
                  <a:srgbClr val="000000"/>
                </a:solidFill>
                <a:latin typeface="Times New Roman"/>
                <a:ea typeface="DejaVu Sans"/>
              </a:rPr>
              <a:t>Kokkos::Experimental::native_simd</a:t>
            </a:r>
            <a:r>
              <a:rPr b="0" lang="en-US" sz="1300" spc="-1" strike="noStrike">
                <a:solidFill>
                  <a:srgbClr val="000000"/>
                </a:solidFill>
                <a:latin typeface="Times New Roman"/>
                <a:ea typeface="DejaVu Sans"/>
              </a:rPr>
              <a:t>&lt;double&gt;;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Function using SIMD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KOKKOS_FUNCTION void vector_add(const simd_double&amp; a, const simd_double&amp; b, simd_double&amp; result)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result = a + b;</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a:p>
            <a:pPr>
              <a:lnSpc>
                <a:spcPct val="100000"/>
              </a:lnSpc>
            </a:pPr>
            <a:endParaRPr b="0" lang="en-US" sz="1300" spc="-1" strike="noStrike">
              <a:solidFill>
                <a:srgbClr val="000000"/>
              </a:solidFill>
              <a:latin typeface="Arial"/>
            </a:endParaRPr>
          </a:p>
        </p:txBody>
      </p:sp>
      <p:sp>
        <p:nvSpPr>
          <p:cNvPr id="227" name=""/>
          <p:cNvSpPr/>
          <p:nvPr/>
        </p:nvSpPr>
        <p:spPr>
          <a:xfrm>
            <a:off x="4140000" y="2209680"/>
            <a:ext cx="5391720" cy="318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i="1" lang="en-US" sz="1300" spc="-1" strike="noStrike">
                <a:solidFill>
                  <a:srgbClr val="c9211e"/>
                </a:solidFill>
                <a:latin typeface="Times New Roman"/>
                <a:ea typeface="DejaVu Sans"/>
              </a:rPr>
              <a:t>// Usage in a Kokkos kernel</a:t>
            </a:r>
            <a:endParaRPr b="0" lang="en-US" sz="1300" spc="-1" strike="noStrike">
              <a:solidFill>
                <a:srgbClr val="000000"/>
              </a:solidFill>
              <a:latin typeface="Arial"/>
            </a:endParaRPr>
          </a:p>
          <a:p>
            <a:pPr>
              <a:lnSpc>
                <a:spcPct val="100000"/>
              </a:lnSpc>
            </a:pPr>
            <a:r>
              <a:rPr b="1" lang="en-US" sz="1300" spc="-1" strike="noStrike">
                <a:solidFill>
                  <a:srgbClr val="000000"/>
                </a:solidFill>
                <a:latin typeface="Times New Roman"/>
                <a:ea typeface="DejaVu Sans"/>
              </a:rPr>
              <a:t>Kokkos::parallel_for</a:t>
            </a:r>
            <a:r>
              <a:rPr b="0" lang="en-US" sz="1300" spc="-1" strike="noStrike">
                <a:solidFill>
                  <a:srgbClr val="000000"/>
                </a:solidFill>
                <a:latin typeface="Times New Roman"/>
                <a:ea typeface="DejaVu Sans"/>
              </a:rPr>
              <a:t>("SIMD_example", N / simd_double::size(), KOKKOS_LAMBDA(const int i)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simd_double a, b, c;</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Loading data into SIMD</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Kokkos::Experimental::load</a:t>
            </a:r>
            <a:r>
              <a:rPr b="0" lang="en-US" sz="1300" spc="-1" strike="noStrike">
                <a:solidFill>
                  <a:srgbClr val="000000"/>
                </a:solidFill>
                <a:latin typeface="Times New Roman"/>
                <a:ea typeface="DejaVu Sans"/>
              </a:rPr>
              <a:t>(a, &amp;data_a[i * simd_double::size()]);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Kokkos::Experimental::load</a:t>
            </a:r>
            <a:r>
              <a:rPr b="0" lang="en-US" sz="1300" spc="-1" strike="noStrike">
                <a:solidFill>
                  <a:srgbClr val="000000"/>
                </a:solidFill>
                <a:latin typeface="Times New Roman"/>
                <a:ea typeface="DejaVu Sans"/>
              </a:rPr>
              <a:t>(b, &amp;data_b[i * simd_double::size()]);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1" i="1" lang="en-US" sz="1300" spc="-1" strike="noStrike">
                <a:solidFill>
                  <a:srgbClr val="c9211e"/>
                </a:solidFill>
                <a:latin typeface="Times New Roman"/>
                <a:ea typeface="DejaVu Sans"/>
              </a:rPr>
              <a:t>    </a:t>
            </a:r>
            <a:r>
              <a:rPr b="1" i="1" lang="en-US" sz="1300" spc="-1" strike="noStrike">
                <a:solidFill>
                  <a:srgbClr val="c9211e"/>
                </a:solidFill>
                <a:latin typeface="Times New Roman"/>
                <a:ea typeface="DejaVu Sans"/>
              </a:rPr>
              <a:t>// SIMD operation</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0" lang="en-US" sz="1300" spc="-1" strike="noStrike">
                <a:solidFill>
                  <a:srgbClr val="000000"/>
                </a:solidFill>
                <a:latin typeface="Times New Roman"/>
                <a:ea typeface="DejaVu Sans"/>
              </a:rPr>
              <a:t>vector_add(a, b, c);</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i="1" lang="en-US" sz="1300" spc="-1" strike="noStrike">
                <a:solidFill>
                  <a:srgbClr val="c9211e"/>
                </a:solidFill>
                <a:latin typeface="Times New Roman"/>
                <a:ea typeface="DejaVu Sans"/>
              </a:rPr>
              <a:t>// Storing the result</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    </a:t>
            </a:r>
            <a:r>
              <a:rPr b="1" lang="en-US" sz="1300" spc="-1" strike="noStrike">
                <a:solidFill>
                  <a:srgbClr val="000000"/>
                </a:solidFill>
                <a:latin typeface="Times New Roman"/>
                <a:ea typeface="DejaVu Sans"/>
              </a:rPr>
              <a:t>Kokkos::Experimental::store</a:t>
            </a:r>
            <a:r>
              <a:rPr b="0" lang="en-US" sz="1300" spc="-1" strike="noStrike">
                <a:solidFill>
                  <a:srgbClr val="000000"/>
                </a:solidFill>
                <a:latin typeface="Times New Roman"/>
                <a:ea typeface="DejaVu Sans"/>
              </a:rPr>
              <a:t>(c, &amp;data_c[i * simd_double::size()]);</a:t>
            </a:r>
            <a:endParaRPr b="0" lang="en-US" sz="1300" spc="-1" strike="noStrike">
              <a:solidFill>
                <a:srgbClr val="000000"/>
              </a:solidFill>
              <a:latin typeface="Arial"/>
            </a:endParaRPr>
          </a:p>
          <a:p>
            <a:pPr>
              <a:lnSpc>
                <a:spcPct val="100000"/>
              </a:lnSpc>
            </a:pPr>
            <a:r>
              <a:rPr b="0" lang="en-US" sz="1300" spc="-1" strike="noStrike">
                <a:solidFill>
                  <a:srgbClr val="000000"/>
                </a:solidFill>
                <a:latin typeface="Times New Roman"/>
                <a:ea typeface="DejaVu Sans"/>
              </a:rPr>
              <a:t>});</a:t>
            </a:r>
            <a:endParaRPr b="0" lang="en-US" sz="1300" spc="-1" strike="noStrike">
              <a:solidFill>
                <a:srgbClr val="000000"/>
              </a:solidFill>
              <a:latin typeface="Arial"/>
            </a:endParaRPr>
          </a:p>
        </p:txBody>
      </p:sp>
      <p:pic>
        <p:nvPicPr>
          <p:cNvPr id="228" name="Section-Cubes- 23" descr=""/>
          <p:cNvPicPr/>
          <p:nvPr/>
        </p:nvPicPr>
        <p:blipFill>
          <a:blip r:embed="rId1"/>
          <a:stretch/>
        </p:blipFill>
        <p:spPr>
          <a:xfrm>
            <a:off x="8928360" y="4206960"/>
            <a:ext cx="1186560" cy="1151280"/>
          </a:xfrm>
          <a:prstGeom prst="rect">
            <a:avLst/>
          </a:prstGeom>
          <a:ln w="0">
            <a:noFill/>
          </a:ln>
          <a:effectLst>
            <a:outerShdw blurRad="0" dir="2700000" dist="101823" rotWithShape="0">
              <a:srgbClr val="d0d0d0"/>
            </a:outerShdw>
          </a:effectLst>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9" name="" descr=""/>
          <p:cNvPicPr/>
          <p:nvPr/>
        </p:nvPicPr>
        <p:blipFill>
          <a:blip r:embed="rId1"/>
          <a:stretch/>
        </p:blipFill>
        <p:spPr>
          <a:xfrm>
            <a:off x="7943760" y="4543200"/>
            <a:ext cx="1877760" cy="837000"/>
          </a:xfrm>
          <a:prstGeom prst="rect">
            <a:avLst/>
          </a:prstGeom>
          <a:ln w="10800">
            <a:noFill/>
          </a:ln>
        </p:spPr>
      </p:pic>
      <p:pic>
        <p:nvPicPr>
          <p:cNvPr id="230" name="" descr=""/>
          <p:cNvPicPr/>
          <p:nvPr/>
        </p:nvPicPr>
        <p:blipFill>
          <a:blip r:embed="rId2"/>
          <a:stretch/>
        </p:blipFill>
        <p:spPr>
          <a:xfrm>
            <a:off x="2120400" y="2340000"/>
            <a:ext cx="1474920" cy="1818000"/>
          </a:xfrm>
          <a:prstGeom prst="rect">
            <a:avLst/>
          </a:prstGeom>
          <a:ln w="0">
            <a:noFill/>
          </a:ln>
        </p:spPr>
      </p:pic>
      <p:sp>
        <p:nvSpPr>
          <p:cNvPr id="231" name=""/>
          <p:cNvSpPr/>
          <p:nvPr/>
        </p:nvSpPr>
        <p:spPr>
          <a:xfrm>
            <a:off x="4174560" y="3054960"/>
            <a:ext cx="3200760" cy="360360"/>
          </a:xfrm>
          <a:custGeom>
            <a:avLst/>
            <a:gdLst>
              <a:gd name="textAreaLeft" fmla="*/ 0 w 3200760"/>
              <a:gd name="textAreaRight" fmla="*/ 3201120 w 3200760"/>
              <a:gd name="textAreaTop" fmla="*/ 0 h 360360"/>
              <a:gd name="textAreaBottom" fmla="*/ 360720 h 3603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90000" rIns="90000" tIns="45000" bIns="45000" anchor="t">
            <a:no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源ノ角ゴシック Normal"/>
              </a:rPr>
              <a:t>Thank you for your attention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2530</TotalTime>
  <Application>LibreOffice/7.5.3.2$MacOSX_X86_64 LibreOffice_project/9f56dff12ba03b9acd7730a5a481eea045e468f3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2023-07-07T10:09:38Z</dcterms:created>
  <dc:creator/>
  <dc:description/>
  <dc:language>fr-FR</dc:language>
  <cp:lastModifiedBy/>
  <cp:lastPrinted>2025-02-02T15:12:54Z</cp:lastPrinted>
  <dcterms:modified xsi:type="dcterms:W3CDTF">2025-02-18T13:47:59Z</dcterms:modified>
  <cp:revision>447</cp:revision>
  <dc:subject/>
  <dc:title>Midnightblue</dc:title>
</cp:coreProperties>
</file>

<file path=docProps/custom.xml><?xml version="1.0" encoding="utf-8"?>
<Properties xmlns="http://schemas.openxmlformats.org/officeDocument/2006/custom-properties" xmlns:vt="http://schemas.openxmlformats.org/officeDocument/2006/docPropsVTypes"/>
</file>